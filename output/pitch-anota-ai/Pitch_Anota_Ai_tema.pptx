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9be7230fc4678" /><Relationship Type="http://schemas.openxmlformats.org/officeDocument/2006/relationships/extended-properties" Target="/docProps/app.xml" Id="R927a5bd0eb784ff8" /><Relationship Type="http://schemas.openxmlformats.org/officeDocument/2006/relationships/officeDocument" Target="/ppt/presentation.xml" Id="R7b80cbcd5869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48bfcc9364d64"/>
  </p:sldMasterIdLst>
  <p:notesMasterIdLst>
    <p:notesMasterId xmlns:r="http://schemas.openxmlformats.org/officeDocument/2006/relationships" r:id="Re5a5158f8b324d52"/>
  </p:notesMasterIdLst>
  <p:sldIdLst>
    <p:sldId xmlns:r="http://schemas.openxmlformats.org/officeDocument/2006/relationships" id="256" r:id="Rf5c5ec4afa9f4792"/>
    <p:sldId xmlns:r="http://schemas.openxmlformats.org/officeDocument/2006/relationships" id="257" r:id="R9f4cb20ada91429c"/>
    <p:sldId xmlns:r="http://schemas.openxmlformats.org/officeDocument/2006/relationships" id="258" r:id="Re7fb869cd5ce403d"/>
    <p:sldId xmlns:r="http://schemas.openxmlformats.org/officeDocument/2006/relationships" id="259" r:id="R5af54d0932a04296"/>
    <p:sldId xmlns:r="http://schemas.openxmlformats.org/officeDocument/2006/relationships" id="260" r:id="Rdccf858870084779"/>
    <p:sldId xmlns:r="http://schemas.openxmlformats.org/officeDocument/2006/relationships" id="261" r:id="R52abb9e837b5452a"/>
    <p:sldId xmlns:r="http://schemas.openxmlformats.org/officeDocument/2006/relationships" id="262" r:id="Rf5287769e6f7486f"/>
    <p:sldId xmlns:r="http://schemas.openxmlformats.org/officeDocument/2006/relationships" id="263" r:id="R389e6c9b281043c3"/>
    <p:sldId xmlns:r="http://schemas.openxmlformats.org/officeDocument/2006/relationships" id="264" r:id="Rcd0b94077b2a40c2"/>
    <p:sldId xmlns:r="http://schemas.openxmlformats.org/officeDocument/2006/relationships" id="265" r:id="Raf201a8f104548f2"/>
    <p:sldId xmlns:r="http://schemas.openxmlformats.org/officeDocument/2006/relationships" id="266" r:id="R5f393b5b1d6a4b13"/>
    <p:sldId xmlns:r="http://schemas.openxmlformats.org/officeDocument/2006/relationships" id="267" r:id="R812bd8ca46524f7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33b85c1d44970" /><Relationship Type="http://schemas.openxmlformats.org/officeDocument/2006/relationships/slideMaster" Target="/ppt/slideMasters/slideMaster1.xml" Id="Re6648bfcc9364d64" /><Relationship Type="http://schemas.openxmlformats.org/officeDocument/2006/relationships/notesMaster" Target="/ppt/notesMasters/notesMaster1.xml" Id="Re5a5158f8b324d52" /><Relationship Type="http://schemas.openxmlformats.org/officeDocument/2006/relationships/presProps" Target="/ppt/presProps.xml" Id="Rd62f340f23f04fe5" /><Relationship Type="http://schemas.openxmlformats.org/officeDocument/2006/relationships/tableStyles" Target="/ppt/tableStyles.xml" Id="Re706448ffeab48c6" /><Relationship Type="http://schemas.openxmlformats.org/officeDocument/2006/relationships/slide" Target="/ppt/slides/slide1.xml" Id="Rf5c5ec4afa9f4792" /><Relationship Type="http://schemas.openxmlformats.org/officeDocument/2006/relationships/slide" Target="/ppt/slides/slide2.xml" Id="R9f4cb20ada91429c" /><Relationship Type="http://schemas.openxmlformats.org/officeDocument/2006/relationships/slide" Target="/ppt/slides/slide3.xml" Id="Re7fb869cd5ce403d" /><Relationship Type="http://schemas.openxmlformats.org/officeDocument/2006/relationships/slide" Target="/ppt/slides/slide4.xml" Id="R5af54d0932a04296" /><Relationship Type="http://schemas.openxmlformats.org/officeDocument/2006/relationships/slide" Target="/ppt/slides/slide5.xml" Id="Rdccf858870084779" /><Relationship Type="http://schemas.openxmlformats.org/officeDocument/2006/relationships/slide" Target="/ppt/slides/slide6.xml" Id="R52abb9e837b5452a" /><Relationship Type="http://schemas.openxmlformats.org/officeDocument/2006/relationships/slide" Target="/ppt/slides/slide7.xml" Id="Rf5287769e6f7486f" /><Relationship Type="http://schemas.openxmlformats.org/officeDocument/2006/relationships/slide" Target="/ppt/slides/slide8.xml" Id="R389e6c9b281043c3" /><Relationship Type="http://schemas.openxmlformats.org/officeDocument/2006/relationships/slide" Target="/ppt/slides/slide9.xml" Id="Rcd0b94077b2a40c2" /><Relationship Type="http://schemas.openxmlformats.org/officeDocument/2006/relationships/slide" Target="/ppt/slides/slide10.xml" Id="Raf201a8f104548f2" /><Relationship Type="http://schemas.openxmlformats.org/officeDocument/2006/relationships/slide" Target="/ppt/slides/slide11.xml" Id="R5f393b5b1d6a4b13" /><Relationship Type="http://schemas.openxmlformats.org/officeDocument/2006/relationships/slide" Target="/ppt/slides/slide12.xml" Id="R812bd8ca4652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a0dbc7be143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809292ee64912" /><Relationship Type="http://schemas.openxmlformats.org/officeDocument/2006/relationships/notesMaster" Target="/ppt/notesMasters/notesMaster1.xml" Id="R11486c88b91a4f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5034757c44707" /><Relationship Type="http://schemas.openxmlformats.org/officeDocument/2006/relationships/notesMaster" Target="/ppt/notesMasters/notesMaster1.xml" Id="Rf83976581383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db7ef82654c4f" /><Relationship Type="http://schemas.openxmlformats.org/officeDocument/2006/relationships/notesMaster" Target="/ppt/notesMasters/notesMaster1.xml" Id="R65978173d157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51af33bcea420a" /><Relationship Type="http://schemas.openxmlformats.org/officeDocument/2006/relationships/notesMaster" Target="/ppt/notesMasters/notesMaster1.xml" Id="Rd38bac785345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7faec555a4989" /><Relationship Type="http://schemas.openxmlformats.org/officeDocument/2006/relationships/notesMaster" Target="/ppt/notesMasters/notesMaster1.xml" Id="R66452705ff6d44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37fe0c92a4245" /><Relationship Type="http://schemas.openxmlformats.org/officeDocument/2006/relationships/notesMaster" Target="/ppt/notesMasters/notesMaster1.xml" Id="R1a1f18fb3d2b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11261eb10b47c5" /><Relationship Type="http://schemas.openxmlformats.org/officeDocument/2006/relationships/notesMaster" Target="/ppt/notesMasters/notesMaster1.xml" Id="R1bc96ef12ec6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7fee41fc964436" /><Relationship Type="http://schemas.openxmlformats.org/officeDocument/2006/relationships/notesMaster" Target="/ppt/notesMasters/notesMaster1.xml" Id="R96f58fc1185045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05f0cdda5d40f8" /><Relationship Type="http://schemas.openxmlformats.org/officeDocument/2006/relationships/notesMaster" Target="/ppt/notesMasters/notesMaster1.xml" Id="R35417901da54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b15d7ef0c4963" /><Relationship Type="http://schemas.openxmlformats.org/officeDocument/2006/relationships/notesMaster" Target="/ppt/notesMasters/notesMaster1.xml" Id="Rb2f56cad6bca4e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4f7d0481f64956" /><Relationship Type="http://schemas.openxmlformats.org/officeDocument/2006/relationships/notesMaster" Target="/ppt/notesMasters/notesMaster1.xml" Id="R6b03b8981d58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66224d7d184ec0" /><Relationship Type="http://schemas.openxmlformats.org/officeDocument/2006/relationships/notesMaster" Target="/ppt/notesMasters/notesMaster1.xml" Id="R6bb9f185b8ab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você cuida de vários projetos, uma demanda chega em áudio, outra em mensagem, outra na reunião. O Anota Aí nasce para organizar essas entradas no projeto certo.</a:t>
            </a:r>
          </a:p>
          <a:p xmlns:a="http://schemas.openxmlformats.org/drawingml/2006/main">
            <a:r>
              <a:t>Fonte: PRODUCT.md e prd.md. Logo original: public/icon.svg.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começa quando acompanhar o trabalho depende da nossa memória. Trocar de ferramenta e reorganizar demandas consome a atenção que deveria estar na execução.</a:t>
            </a:r>
          </a:p>
          <a:p xmlns:a="http://schemas.openxmlformats.org/drawingml/2006/main">
            <a:r>
              <a:t>Fonte: prd.md, seção 3.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demandas ficam distribuídas entre mensagens, áudios, anotações e quadros. O desafio é preservar o contexto de cada projeto quando uma informação nova chega.</a:t>
            </a:r>
          </a:p>
          <a:p xmlns:a="http://schemas.openxmlformats.org/drawingml/2006/main">
            <a:r>
              <a:t>Fonte: PRODUCT.md, contexto operacional.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entrada pode ser áudio ou texto. A IA sugere uma tarefa estruturada e identifica o projeto relacionado. O usuário revisa, corrige e confirma antes de gravar.</a:t>
            </a:r>
          </a:p>
          <a:p xmlns:a="http://schemas.openxmlformats.org/drawingml/2006/main">
            <a:r>
              <a:t>Fonte: prd.md 2.2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benefício é reunir as demandas e ter clareza sobre o próximo trabalho. Kanban, roadmap e plano do dia oferecem perspectivas sobre os mesmos dados. Não há promessa de ganho percentual de produtividade.</a:t>
            </a:r>
          </a:p>
          <a:p xmlns:a="http://schemas.openxmlformats.org/drawingml/2006/main">
            <a:r>
              <a:t>Fonte: prd.md, resumo executivo e PRODUCT.md.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é consultar o contexto de cada projeto, incluindo vocabulário, aliases e decisões. A sugestão permanece sob revisão humana antes da gravação.</a:t>
            </a:r>
          </a:p>
          <a:p xmlns:a="http://schemas.openxmlformats.org/drawingml/2006/main">
            <a:r>
              <a:t>Fonte: PRODUCT.md, posicionamento e princípios.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utiliza Next.js e PostgreSQL, com Prisma para acesso aos dados. Transcrição e IA usam uma fila de processamento. Essa separação ajuda a manter a criação manual disponível quando um serviço externo falha.</a:t>
            </a:r>
          </a:p>
          <a:p xmlns:a="http://schemas.openxmlformats.org/drawingml/2006/main">
            <a:r>
              <a:t>Fonte: package.json, PRODUCT.md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entrou em beta. Todas as funções principais estão rodando, conforme informação atual dos responsáveis. A imagem é uma ilustração conceitual, não a interface real.</a:t>
            </a:r>
          </a:p>
          <a:p xmlns:a="http://schemas.openxmlformats.org/drawingml/2006/main">
            <a:r>
              <a:t>Fonte: atualização fornecida pelo usuário nesta conversa.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Segundo os responsáveis, o custo atual do aplicativo é aproximadamente ≈ US$ 2 por mês, referente ao uso de IA. Hospedagem é opcional. O valor descreve o uso atual e não projeta custo em escala.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está sendo pensado para ser open source, sem pretensão de lucro neste primeiro momento. Não há plano comercial, preço de assinatura ou licença definidos nesta apresentação.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Victor Amora atua como desenvolvedor. Fabrício Lessa Braga atua na gestão, como Product Owner e Scrum Master.</a:t>
            </a:r>
          </a:p>
          <a:p xmlns:a="http://schemas.openxmlformats.org/drawingml/2006/main">
            <a:r>
              <a:t>Fonte: nomes e funções fornecidos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Anota Aí quer transformar o que chega no dia a dia em trabalho organizado, com contexto e revisão humana. O próximo passo é apresentar o fluxo do beta.</a:t>
            </a:r>
          </a:p>
          <a:p xmlns:a="http://schemas.openxmlformats.org/drawingml/2006/main">
            <a:r>
              <a:t>Fonte: PRODUCT.md e prd.md.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062e9d417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13a937e3a249f5" /><Relationship Type="http://schemas.openxmlformats.org/officeDocument/2006/relationships/slideLayout" Target="/ppt/slideLayouts/slideLayout1.xml" Id="Re3701dbac6a34f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01dbac6a34f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74e47d7004bad" /><Relationship Type="http://schemas.openxmlformats.org/officeDocument/2006/relationships/image" Target="/ppt/media/image.png" Id="Re52ab8ba1c024033" /><Relationship Type="http://schemas.openxmlformats.org/officeDocument/2006/relationships/image" Target="/ppt/media/image2.png" Id="R95141bf430054bd7" /><Relationship Type="http://schemas.openxmlformats.org/officeDocument/2006/relationships/notesSlide" Target="/ppt/notesSlides/notesSlide1.xml" Id="Ref7caaf08c65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5afd812ac4232" /><Relationship Type="http://schemas.openxmlformats.org/officeDocument/2006/relationships/image" Target="/ppt/media/image3.png" Id="Rce6522c54cfa4d44" /><Relationship Type="http://schemas.openxmlformats.org/officeDocument/2006/relationships/notesSlide" Target="/ppt/notesSlides/notesSlide2.xml" Id="R36c0040a5a3a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66cef2f74336" /><Relationship Type="http://schemas.openxmlformats.org/officeDocument/2006/relationships/image" Target="/ppt/media/image4.png" Id="R2b325462e9ae4b3b" /><Relationship Type="http://schemas.openxmlformats.org/officeDocument/2006/relationships/notesSlide" Target="/ppt/notesSlides/notesSlide3.xml" Id="R36fcb0d843e7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e28fcec1f453d" /><Relationship Type="http://schemas.openxmlformats.org/officeDocument/2006/relationships/image" Target="/ppt/media/image5.png" Id="R5ebb5f6de6c44c10" /><Relationship Type="http://schemas.openxmlformats.org/officeDocument/2006/relationships/notesSlide" Target="/ppt/notesSlides/notesSlide4.xml" Id="Rc4dac7db527c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d0e1d14c451e" /><Relationship Type="http://schemas.openxmlformats.org/officeDocument/2006/relationships/image" Target="/ppt/media/image6.png" Id="R6a486801238c464e" /><Relationship Type="http://schemas.openxmlformats.org/officeDocument/2006/relationships/notesSlide" Target="/ppt/notesSlides/notesSlide5.xml" Id="R046fe18dbfa1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a0ac01906430d" /><Relationship Type="http://schemas.openxmlformats.org/officeDocument/2006/relationships/image" Target="/ppt/media/image7.png" Id="R4a7ae587334f44a4" /><Relationship Type="http://schemas.openxmlformats.org/officeDocument/2006/relationships/notesSlide" Target="/ppt/notesSlides/notesSlide6.xml" Id="Rebde8a238ff6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69c85b2df46b1" /><Relationship Type="http://schemas.openxmlformats.org/officeDocument/2006/relationships/image" Target="/ppt/media/image8.png" Id="R6b024ac231424476" /><Relationship Type="http://schemas.openxmlformats.org/officeDocument/2006/relationships/notesSlide" Target="/ppt/notesSlides/notesSlide7.xml" Id="Rb04780e7e088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be4ae8bba4cf7" /><Relationship Type="http://schemas.openxmlformats.org/officeDocument/2006/relationships/image" Target="/ppt/media/image9.png" Id="R53d5bcf917414193" /><Relationship Type="http://schemas.openxmlformats.org/officeDocument/2006/relationships/notesSlide" Target="/ppt/notesSlides/notesSlide8.xml" Id="R87c9469c694b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f8472c134ec7" /><Relationship Type="http://schemas.openxmlformats.org/officeDocument/2006/relationships/image" Target="/ppt/media/image10.png" Id="R695f211004394109" /><Relationship Type="http://schemas.openxmlformats.org/officeDocument/2006/relationships/notesSlide" Target="/ppt/notesSlides/notesSlide9.xml" Id="R6d783f4880af44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2ef2783f41c8" /><Relationship Type="http://schemas.openxmlformats.org/officeDocument/2006/relationships/image" Target="/ppt/media/image11.png" Id="Rd14d55ce4807484d" /><Relationship Type="http://schemas.openxmlformats.org/officeDocument/2006/relationships/notesSlide" Target="/ppt/notesSlides/notesSlide10.xml" Id="R3e4dee8b80cf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b253ed764a0a" /><Relationship Type="http://schemas.openxmlformats.org/officeDocument/2006/relationships/image" Target="/ppt/media/image12.png" Id="R2df0cc67ace14c80" /><Relationship Type="http://schemas.openxmlformats.org/officeDocument/2006/relationships/image" Target="/ppt/media/image13.png" Id="Rcc0042d2582c4e90" /><Relationship Type="http://schemas.openxmlformats.org/officeDocument/2006/relationships/notesSlide" Target="/ppt/notesSlides/notesSlide11.xml" Id="R83d55dd76f744b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84f8abd9d43dc" /><Relationship Type="http://schemas.openxmlformats.org/officeDocument/2006/relationships/image" Target="/ppt/media/image14.png" Id="R497e8a27a9034c9d" /><Relationship Type="http://schemas.openxmlformats.org/officeDocument/2006/relationships/notesSlide" Target="/ppt/notesSlides/notesSlide12.xml" Id="R104df9d55c70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ab8ba1c024033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41bf430054bd7"/>
          <a:stretch xmlns:a="http://schemas.openxmlformats.org/drawingml/2006/main"/>
        </p:blipFill>
        <p:spPr>
          <a:xfrm xmlns:a="http://schemas.openxmlformats.org/drawingml/2006/main">
            <a:off x="1190625" y="952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D84F7A0F-18D1-4084-87AE-BC793492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381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1810935-04E7-4BAB-9E3C-042BBDD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62750"/>
            <a:ext cx="1238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Suas ideias,</a:t>
            </a:r>
          </a:p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986171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522c54cfa4d44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8AF1857-AE59-4EE5-9890-2AFF75D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Sobrecarga</a:t>
            </a:r>
          </a:p>
        </p:txBody>
      </p:sp>
    </p:spTree>
    <p:extLst>
      <p:ext uri="{BB962C8B-B14F-4D97-AF65-F5344CB8AC3E}">
        <p14:creationId xmlns:p14="http://schemas.microsoft.com/office/powerpoint/2010/main" val="1922839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25462e9ae4b3b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82004D-1B4B-46FD-8BFC-BA90C6D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Espalhado</a:t>
            </a:r>
          </a:p>
        </p:txBody>
      </p:sp>
    </p:spTree>
    <p:extLst>
      <p:ext uri="{BB962C8B-B14F-4D97-AF65-F5344CB8AC3E}">
        <p14:creationId xmlns:p14="http://schemas.microsoft.com/office/powerpoint/2010/main" val="1130607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5f6de6c44c10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05029D95-BD54-418F-987E-AF21512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Você fala.</a:t>
            </a:r>
          </a:p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Vira tarefa.</a:t>
            </a:r>
          </a:p>
        </p:txBody>
      </p:sp>
    </p:spTree>
    <p:extLst>
      <p:ext uri="{BB962C8B-B14F-4D97-AF65-F5344CB8AC3E}">
        <p14:creationId xmlns:p14="http://schemas.microsoft.com/office/powerpoint/2010/main" val="309367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86801238c464e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6DF9BED-5536-4DC5-9A5D-2275966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522939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e587334f44a4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A91C8AC0-0CBF-45BB-AC47-8568C61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Contexto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332558-A27A-4698-B60B-7AB830A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A IA consulta o projeto.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Você confirma.</a:t>
            </a:r>
          </a:p>
        </p:txBody>
      </p:sp>
    </p:spTree>
    <p:extLst>
      <p:ext uri="{BB962C8B-B14F-4D97-AF65-F5344CB8AC3E}">
        <p14:creationId xmlns:p14="http://schemas.microsoft.com/office/powerpoint/2010/main" val="37331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24ac231424476"/>
          <a:stretch xmlns:a="http://schemas.openxmlformats.org/drawingml/2006/main"/>
        </p:blipFill>
        <p:spPr>
          <a:xfrm xmlns:a="http://schemas.openxmlformats.org/drawingml/2006/main">
            <a:off x="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5FFA8CD-1827-4CB8-892E-022124A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Tecnologia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6D3DA62-B61A-4605-A38A-8B23F11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Next.js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PostgreSQL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1593350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5bcf917414193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35FFE1A-421A-40F8-A6C9-A2AFFE9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Beta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4ABABD1-8611-42AC-B3AB-DD71931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Funções principais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em operação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518184EA-4212-48C7-90A6-A6AF262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47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9A9F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8B9A9F"/>
                </a:solidFill>
                <a:latin typeface="DM Sans"/>
                <a:ea typeface="DM Sans"/>
                <a:cs typeface="DM Sans"/>
              </a:rPr>
              <a:t>Ilustração</a:t>
            </a:r>
          </a:p>
        </p:txBody>
      </p:sp>
    </p:spTree>
    <p:extLst>
      <p:ext uri="{BB962C8B-B14F-4D97-AF65-F5344CB8AC3E}">
        <p14:creationId xmlns:p14="http://schemas.microsoft.com/office/powerpoint/2010/main" val="439137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f21100439410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D5B3186-3F82-4F9F-BBD7-4992444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5621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≈ US$ 2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94524E-7B1E-47E1-843E-26423BC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1457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70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 por mês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DB9205-5E77-4B55-8780-9133EFD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905750"/>
            <a:ext cx="1457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B6C2BE"/>
                </a:solidFill>
                <a:latin typeface="DM Sans"/>
                <a:ea typeface="DM Sans"/>
                <a:cs typeface="DM Sans"/>
              </a:defRPr>
            </a:pPr>
            <a:r>
              <a:rPr sz="4500" b="0">
                <a:solidFill>
                  <a:srgbClr val="B6C2BE"/>
                </a:solidFill>
                <a:latin typeface="DM Sans"/>
                <a:ea typeface="DM Sans"/>
                <a:cs typeface="DM Sans"/>
              </a:rPr>
              <a:t>Hospedagem opcional</a:t>
            </a:r>
          </a:p>
        </p:txBody>
      </p:sp>
    </p:spTree>
    <p:extLst>
      <p:ext uri="{BB962C8B-B14F-4D97-AF65-F5344CB8AC3E}">
        <p14:creationId xmlns:p14="http://schemas.microsoft.com/office/powerpoint/2010/main" val="216316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d55ce4807484d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4027255-69B2-4A42-B8C7-B1775D1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3811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Código</a:t>
            </a:r>
          </a:p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aberto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CD305A-40EA-4A76-8DC8-8E97C96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1543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54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Proposta sem lucro nesta fase</a:t>
            </a:r>
          </a:p>
        </p:txBody>
      </p:sp>
    </p:spTree>
    <p:extLst>
      <p:ext uri="{BB962C8B-B14F-4D97-AF65-F5344CB8AC3E}">
        <p14:creationId xmlns:p14="http://schemas.microsoft.com/office/powerpoint/2010/main" val="940956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0cc67ace14c8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58F43D4-ED8D-48A8-A332-9780C2E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Equipe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042d2582c4e90"/>
          <a:stretch xmlns:a="http://schemas.openxmlformats.org/drawingml/2006/main"/>
        </p:blipFill>
        <p:spPr>
          <a:xfrm xmlns:a="http://schemas.openxmlformats.org/drawingml/2006/main">
            <a:off x="16287750" y="904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AD0AFF-901E-4F39-B2C0-43AA855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João Victor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Amora</a:t>
            </a:r>
          </a:p>
        </p:txBody>
      </p:sp>
      <p:sp>
        <p:nvSpPr>
          <p:cNvPr id="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7366E738-9B71-4257-878B-8E9DBB8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719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5025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Dev</a:t>
            </a:r>
          </a:p>
        </p:txBody>
      </p:sp>
      <p:sp>
        <p:nvSpPr>
          <p:cNvPr id="6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1B12890-7DB6-4D6D-8B5D-335D6DF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Fabrício Lessa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Braga</a:t>
            </a:r>
          </a:p>
        </p:txBody>
      </p:sp>
      <p:sp>
        <p:nvSpPr>
          <p:cNvPr id="7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8C18E3E-C2B8-478E-9997-3B808F2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719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Gestão, PO,</a:t>
            </a:r>
          </a:p>
          <a:p xmlns:a="http://schemas.openxmlformats.org/drawingml/2006/main">
            <a:pPr algn="l"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Scrum Master</a:t>
            </a:r>
          </a:p>
        </p:txBody>
      </p:sp>
    </p:spTree>
    <p:extLst>
      <p:ext uri="{BB962C8B-B14F-4D97-AF65-F5344CB8AC3E}">
        <p14:creationId xmlns:p14="http://schemas.microsoft.com/office/powerpoint/2010/main" val="1281468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e8a27a9034c9d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B2B47F9-4B79-48E2-8FDB-4206BA2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EF513B9-9E15-416F-BD44-C0F5169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O próximo passo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1599476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2026-10-07T15:53:35.8580000Z</dcterms:created>
  <dcterms:modified xsi:type="dcterms:W3CDTF">2026-10-07T15:53:35.8580000Z</dcterms:modified>
</coreProperties>
</file>