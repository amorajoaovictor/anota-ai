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a22043e607446c" /><Relationship Type="http://schemas.openxmlformats.org/officeDocument/2006/relationships/extended-properties" Target="/docProps/app.xml" Id="R74a32bf9a21e4af7" /><Relationship Type="http://schemas.openxmlformats.org/officeDocument/2006/relationships/officeDocument" Target="/ppt/presentation.xml" Id="Rcd9671df136d40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ecd77819924e81"/>
  </p:sldMasterIdLst>
  <p:notesMasterIdLst>
    <p:notesMasterId xmlns:r="http://schemas.openxmlformats.org/officeDocument/2006/relationships" r:id="Rdf8b92d353e64fb2"/>
  </p:notesMasterIdLst>
  <p:sldIdLst>
    <p:sldId xmlns:r="http://schemas.openxmlformats.org/officeDocument/2006/relationships" id="256" r:id="Rd999e9ae90ca4e8c"/>
    <p:sldId xmlns:r="http://schemas.openxmlformats.org/officeDocument/2006/relationships" id="257" r:id="Rd0807d715e2a4535"/>
    <p:sldId xmlns:r="http://schemas.openxmlformats.org/officeDocument/2006/relationships" id="258" r:id="R400b1362c90d45bc"/>
    <p:sldId xmlns:r="http://schemas.openxmlformats.org/officeDocument/2006/relationships" id="259" r:id="Re0bfae31d0a04521"/>
    <p:sldId xmlns:r="http://schemas.openxmlformats.org/officeDocument/2006/relationships" id="260" r:id="R86a10b74f73f4c36"/>
    <p:sldId xmlns:r="http://schemas.openxmlformats.org/officeDocument/2006/relationships" id="261" r:id="Ra5103a61bd604790"/>
    <p:sldId xmlns:r="http://schemas.openxmlformats.org/officeDocument/2006/relationships" id="262" r:id="R25bd78253144426e"/>
    <p:sldId xmlns:r="http://schemas.openxmlformats.org/officeDocument/2006/relationships" id="263" r:id="R72d0503ad3fc499e"/>
    <p:sldId xmlns:r="http://schemas.openxmlformats.org/officeDocument/2006/relationships" id="264" r:id="R0d3e2409078742ec"/>
    <p:sldId xmlns:r="http://schemas.openxmlformats.org/officeDocument/2006/relationships" id="265" r:id="Rec5fa912c03346c1"/>
    <p:sldId xmlns:r="http://schemas.openxmlformats.org/officeDocument/2006/relationships" id="266" r:id="R6f65bff133634ec9"/>
    <p:sldId xmlns:r="http://schemas.openxmlformats.org/officeDocument/2006/relationships" id="267" r:id="R4439ac58904b4c9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921d5dc7db4e6c" /><Relationship Type="http://schemas.openxmlformats.org/officeDocument/2006/relationships/slideMaster" Target="/ppt/slideMasters/slideMaster1.xml" Id="Rc4ecd77819924e81" /><Relationship Type="http://schemas.openxmlformats.org/officeDocument/2006/relationships/notesMaster" Target="/ppt/notesMasters/notesMaster1.xml" Id="Rdf8b92d353e64fb2" /><Relationship Type="http://schemas.openxmlformats.org/officeDocument/2006/relationships/presProps" Target="/ppt/presProps.xml" Id="R2fa0e6d0be5c4b89" /><Relationship Type="http://schemas.openxmlformats.org/officeDocument/2006/relationships/tableStyles" Target="/ppt/tableStyles.xml" Id="R9a508fd7dfc64600" /><Relationship Type="http://schemas.openxmlformats.org/officeDocument/2006/relationships/slide" Target="/ppt/slides/slide1.xml" Id="Rd999e9ae90ca4e8c" /><Relationship Type="http://schemas.openxmlformats.org/officeDocument/2006/relationships/slide" Target="/ppt/slides/slide2.xml" Id="Rd0807d715e2a4535" /><Relationship Type="http://schemas.openxmlformats.org/officeDocument/2006/relationships/slide" Target="/ppt/slides/slide3.xml" Id="R400b1362c90d45bc" /><Relationship Type="http://schemas.openxmlformats.org/officeDocument/2006/relationships/slide" Target="/ppt/slides/slide4.xml" Id="Re0bfae31d0a04521" /><Relationship Type="http://schemas.openxmlformats.org/officeDocument/2006/relationships/slide" Target="/ppt/slides/slide5.xml" Id="R86a10b74f73f4c36" /><Relationship Type="http://schemas.openxmlformats.org/officeDocument/2006/relationships/slide" Target="/ppt/slides/slide6.xml" Id="Ra5103a61bd604790" /><Relationship Type="http://schemas.openxmlformats.org/officeDocument/2006/relationships/slide" Target="/ppt/slides/slide7.xml" Id="R25bd78253144426e" /><Relationship Type="http://schemas.openxmlformats.org/officeDocument/2006/relationships/slide" Target="/ppt/slides/slide8.xml" Id="R72d0503ad3fc499e" /><Relationship Type="http://schemas.openxmlformats.org/officeDocument/2006/relationships/slide" Target="/ppt/slides/slide9.xml" Id="R0d3e2409078742ec" /><Relationship Type="http://schemas.openxmlformats.org/officeDocument/2006/relationships/slide" Target="/ppt/slides/slide10.xml" Id="Rec5fa912c03346c1" /><Relationship Type="http://schemas.openxmlformats.org/officeDocument/2006/relationships/slide" Target="/ppt/slides/slide11.xml" Id="R6f65bff133634ec9" /><Relationship Type="http://schemas.openxmlformats.org/officeDocument/2006/relationships/slide" Target="/ppt/slides/slide12.xml" Id="R4439ac58904b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958915abf442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8eca11b5c24a19" /><Relationship Type="http://schemas.openxmlformats.org/officeDocument/2006/relationships/notesMaster" Target="/ppt/notesMasters/notesMaster1.xml" Id="Rb9cd66ec57434f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7297b0420c49c7" /><Relationship Type="http://schemas.openxmlformats.org/officeDocument/2006/relationships/notesMaster" Target="/ppt/notesMasters/notesMaster1.xml" Id="Rdaef8a60809143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0980273cfd4ad0" /><Relationship Type="http://schemas.openxmlformats.org/officeDocument/2006/relationships/notesMaster" Target="/ppt/notesMasters/notesMaster1.xml" Id="Ra9fa62e1457a4c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cdddfef92a47a1" /><Relationship Type="http://schemas.openxmlformats.org/officeDocument/2006/relationships/notesMaster" Target="/ppt/notesMasters/notesMaster1.xml" Id="R2998e721474046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04e97de5fe4da8" /><Relationship Type="http://schemas.openxmlformats.org/officeDocument/2006/relationships/notesMaster" Target="/ppt/notesMasters/notesMaster1.xml" Id="Rd7b1d46d70e846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bc164be857407e" /><Relationship Type="http://schemas.openxmlformats.org/officeDocument/2006/relationships/notesMaster" Target="/ppt/notesMasters/notesMaster1.xml" Id="R82afe02b9c2b4e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8d35dbd60444ae" /><Relationship Type="http://schemas.openxmlformats.org/officeDocument/2006/relationships/notesMaster" Target="/ppt/notesMasters/notesMaster1.xml" Id="R2e21a5ffe8034a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12360ff41b4149" /><Relationship Type="http://schemas.openxmlformats.org/officeDocument/2006/relationships/notesMaster" Target="/ppt/notesMasters/notesMaster1.xml" Id="R0a9a1dbe4bb245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22a1ab28a7402c" /><Relationship Type="http://schemas.openxmlformats.org/officeDocument/2006/relationships/notesMaster" Target="/ppt/notesMasters/notesMaster1.xml" Id="Rd2a9d1356d184e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9811895d724e37" /><Relationship Type="http://schemas.openxmlformats.org/officeDocument/2006/relationships/notesMaster" Target="/ppt/notesMasters/notesMaster1.xml" Id="R87c24d68b94449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c2cf91186d4c6c" /><Relationship Type="http://schemas.openxmlformats.org/officeDocument/2006/relationships/notesMaster" Target="/ppt/notesMasters/notesMaster1.xml" Id="R3d248e87e4a546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5e7871d7e94880" /><Relationship Type="http://schemas.openxmlformats.org/officeDocument/2006/relationships/notesMaster" Target="/ppt/notesMasters/notesMaster1.xml" Id="R515c7d8b2f4140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Quando você cuida de vários projetos, uma demanda chega em áudio, outra em mensagem, outra na reunião. O Anota Aí nasce para organizar essas entradas no projeto certo.</a:t>
            </a:r>
          </a:p>
          <a:p xmlns:a="http://schemas.openxmlformats.org/drawingml/2006/main">
            <a:r>
              <a:t>Fonte: PRODUCT.md e prd.md. Logo original: public/icon.svg.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problema começa quando acompanhar o trabalho depende da nossa memória. Trocar de ferramenta e reorganizar demandas consome a atenção que deveria estar na execução.</a:t>
            </a:r>
          </a:p>
          <a:p xmlns:a="http://schemas.openxmlformats.org/drawingml/2006/main">
            <a:r>
              <a:t>Fonte: prd.md, seção 3.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demandas ficam distribuídas entre mensagens, áudios, anotações e quadros. O desafio é preservar o contexto de cada projeto quando uma informação nova chega.</a:t>
            </a:r>
          </a:p>
          <a:p xmlns:a="http://schemas.openxmlformats.org/drawingml/2006/main">
            <a:r>
              <a:t>Fonte: PRODUCT.md, contexto operacional.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entrada pode ser áudio ou texto. A IA sugere uma tarefa estruturada e identifica o projeto relacionado. O usuário revisa, corrige e confirma antes de gravar.</a:t>
            </a:r>
          </a:p>
          <a:p xmlns:a="http://schemas.openxmlformats.org/drawingml/2006/main">
            <a:r>
              <a:t>Fonte: prd.md 2.2 e src/server/inbox.ts.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benefício é reunir as demandas e ter clareza sobre o próximo trabalho. Kanban, roadmap e plano do dia oferecem perspectivas sobre os mesmos dados. Não há promessa de ganho percentual de produtividade.</a:t>
            </a:r>
          </a:p>
          <a:p xmlns:a="http://schemas.openxmlformats.org/drawingml/2006/main">
            <a:r>
              <a:t>Fonte: prd.md, resumo executivo e PRODUCT.md.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diferencial é consultar o contexto de cada projeto, incluindo vocabulário, aliases e decisões. A sugestão permanece sob revisão humana antes da gravação.</a:t>
            </a:r>
          </a:p>
          <a:p xmlns:a="http://schemas.openxmlformats.org/drawingml/2006/main">
            <a:r>
              <a:t>Fonte: PRODUCT.md, posicionamento e princípios.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base utiliza Next.js e PostgreSQL, com Prisma para acesso aos dados. Transcrição e IA usam uma fila de processamento. Essa separação ajuda a manter a criação manual disponível quando um serviço externo falha.</a:t>
            </a:r>
          </a:p>
          <a:p xmlns:a="http://schemas.openxmlformats.org/drawingml/2006/main">
            <a:r>
              <a:t>Fonte: package.json, PRODUCT.md e src/server/inbox.ts.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aplicativo entrou em beta. Todas as funções principais estão rodando, conforme informação atual dos responsáveis. A imagem é uma ilustração conceitual, não a interface real.</a:t>
            </a:r>
          </a:p>
          <a:p xmlns:a="http://schemas.openxmlformats.org/drawingml/2006/main">
            <a:r>
              <a:t>Fonte: atualização fornecida pelo usuário nesta conversa.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Segundo os responsáveis, o custo atual do aplicativo é aproximadamente ≈ US$ 2 por mês, referente ao uso de IA. Hospedagem é opcional. O valor descreve o uso atual e não projeta custo em escala.</a:t>
            </a:r>
          </a:p>
          <a:p xmlns:a="http://schemas.openxmlformats.org/drawingml/2006/main">
            <a:r>
              <a:t>Fonte: informação fornecida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projeto está sendo pensado para ser open source, sem pretensão de lucro neste primeiro momento. Não há plano comercial, preço de assinatura ou licença definidos nesta apresentação.</a:t>
            </a:r>
          </a:p>
          <a:p xmlns:a="http://schemas.openxmlformats.org/drawingml/2006/main">
            <a:r>
              <a:t>Fonte: informação fornecida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João Victor Amora atua como desenvolvedor. Fabrício Lessa Braga atua na gestão, como Product Owner e Scrum Master.</a:t>
            </a:r>
          </a:p>
          <a:p xmlns:a="http://schemas.openxmlformats.org/drawingml/2006/main">
            <a:r>
              <a:t>Fonte: nomes e funções fornecidos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Anota Aí quer transformar o que chega no dia a dia em trabalho organizado, com contexto e revisão humana. O próximo passo é apresentar o fluxo do beta.</a:t>
            </a:r>
          </a:p>
          <a:p xmlns:a="http://schemas.openxmlformats.org/drawingml/2006/main">
            <a:r>
              <a:t>Fonte: PRODUCT.md e prd.md.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0bd5925044a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b3bc1516b84e6b" /><Relationship Type="http://schemas.openxmlformats.org/officeDocument/2006/relationships/slideLayout" Target="/ppt/slideLayouts/slideLayout1.xml" Id="Rf2f439744d9b4f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f439744d9b4f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e66ca5b604453" /><Relationship Type="http://schemas.openxmlformats.org/officeDocument/2006/relationships/image" Target="/ppt/media/image.png" Id="R921585b2d3e341e6" /><Relationship Type="http://schemas.openxmlformats.org/officeDocument/2006/relationships/image" Target="/ppt/media/image2.png" Id="Rcae139cc0860433a" /><Relationship Type="http://schemas.openxmlformats.org/officeDocument/2006/relationships/notesSlide" Target="/ppt/notesSlides/notesSlide1.xml" Id="R1c9433f2488d44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ff770d6f94a2f" /><Relationship Type="http://schemas.openxmlformats.org/officeDocument/2006/relationships/image" Target="/ppt/media/image3.png" Id="R3545c323e05c469d" /><Relationship Type="http://schemas.openxmlformats.org/officeDocument/2006/relationships/notesSlide" Target="/ppt/notesSlides/notesSlide2.xml" Id="Re64f9f6f278f42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15b9f55ce4a6f" /><Relationship Type="http://schemas.openxmlformats.org/officeDocument/2006/relationships/image" Target="/ppt/media/image4.png" Id="Rbfa295388e034bf1" /><Relationship Type="http://schemas.openxmlformats.org/officeDocument/2006/relationships/notesSlide" Target="/ppt/notesSlides/notesSlide3.xml" Id="Rbf4ba966d45344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59e7f384c40c8" /><Relationship Type="http://schemas.openxmlformats.org/officeDocument/2006/relationships/image" Target="/ppt/media/image5.png" Id="R42c52bb4c8004df6" /><Relationship Type="http://schemas.openxmlformats.org/officeDocument/2006/relationships/notesSlide" Target="/ppt/notesSlides/notesSlide4.xml" Id="R2a09d1ef0c0743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ad6f98d19472f" /><Relationship Type="http://schemas.openxmlformats.org/officeDocument/2006/relationships/image" Target="/ppt/media/image6.png" Id="R9580cd09262c48bf" /><Relationship Type="http://schemas.openxmlformats.org/officeDocument/2006/relationships/notesSlide" Target="/ppt/notesSlides/notesSlide5.xml" Id="Rf5aa6aef629f4d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40ed9ffda45f0" /><Relationship Type="http://schemas.openxmlformats.org/officeDocument/2006/relationships/image" Target="/ppt/media/image7.png" Id="R90d1cbfc232c44ca" /><Relationship Type="http://schemas.openxmlformats.org/officeDocument/2006/relationships/notesSlide" Target="/ppt/notesSlides/notesSlide6.xml" Id="Rf099e1bd894749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763bc53524f17" /><Relationship Type="http://schemas.openxmlformats.org/officeDocument/2006/relationships/image" Target="/ppt/media/image8.png" Id="R46d133fae7284593" /><Relationship Type="http://schemas.openxmlformats.org/officeDocument/2006/relationships/notesSlide" Target="/ppt/notesSlides/notesSlide7.xml" Id="Ra2734901cf5b4a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85109cfc84967" /><Relationship Type="http://schemas.openxmlformats.org/officeDocument/2006/relationships/image" Target="/ppt/media/image9.png" Id="R6fa6839119ba4f47" /><Relationship Type="http://schemas.openxmlformats.org/officeDocument/2006/relationships/notesSlide" Target="/ppt/notesSlides/notesSlide8.xml" Id="Rffefadb94e6d46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3687e84124745" /><Relationship Type="http://schemas.openxmlformats.org/officeDocument/2006/relationships/image" Target="/ppt/media/image10.png" Id="R9279a4c968cd4fa1" /><Relationship Type="http://schemas.openxmlformats.org/officeDocument/2006/relationships/notesSlide" Target="/ppt/notesSlides/notesSlide9.xml" Id="R17ab9809ac7947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1c41d944f46c3" /><Relationship Type="http://schemas.openxmlformats.org/officeDocument/2006/relationships/image" Target="/ppt/media/image11.png" Id="R6541478ceeee4287" /><Relationship Type="http://schemas.openxmlformats.org/officeDocument/2006/relationships/notesSlide" Target="/ppt/notesSlides/notesSlide10.xml" Id="R09a4be51147c43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fe3c07c6a4a9c" /><Relationship Type="http://schemas.openxmlformats.org/officeDocument/2006/relationships/image" Target="/ppt/media/image12.png" Id="R6a99f8d3bd304907" /><Relationship Type="http://schemas.openxmlformats.org/officeDocument/2006/relationships/image" Target="/ppt/media/image13.png" Id="R1ac34636344e4cd9" /><Relationship Type="http://schemas.openxmlformats.org/officeDocument/2006/relationships/notesSlide" Target="/ppt/notesSlides/notesSlide11.xml" Id="Rd1bbcd062bcc45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9dcb96b6f4262" /><Relationship Type="http://schemas.openxmlformats.org/officeDocument/2006/relationships/image" Target="/ppt/media/image14.png" Id="R8baf3fd2a8c34c5f" /><Relationship Type="http://schemas.openxmlformats.org/officeDocument/2006/relationships/notesSlide" Target="/ppt/notesSlides/notesSlide12.xml" Id="R348a31b98c30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585b2d3e341e6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139cc0860433a"/>
          <a:stretch xmlns:a="http://schemas.openxmlformats.org/drawingml/2006/main"/>
        </p:blipFill>
        <p:spPr>
          <a:xfrm xmlns:a="http://schemas.openxmlformats.org/drawingml/2006/main">
            <a:off x="1190625" y="952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9437FC98-F2BC-4ED1-984C-07D92E9B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1381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76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Anota Aí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2F7A8A56-9D5F-42E2-B412-A8801764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762750"/>
            <a:ext cx="12382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61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Suas ideias,</a:t>
            </a:r>
          </a:p>
          <a:p xmlns:a="http://schemas.openxmlformats.org/drawingml/2006/main">
            <a:pPr algn="l">
              <a:defRPr sz="61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61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no projeto certo</a:t>
            </a:r>
          </a:p>
        </p:txBody>
      </p:sp>
    </p:spTree>
    <p:extLst>
      <p:ext uri="{BB962C8B-B14F-4D97-AF65-F5344CB8AC3E}">
        <p14:creationId xmlns:p14="http://schemas.microsoft.com/office/powerpoint/2010/main" val="47566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5c323e05c469d"/>
          <a:stretch xmlns:a="http://schemas.openxmlformats.org/drawingml/2006/main"/>
        </p:blipFill>
        <p:spPr>
          <a:xfrm xmlns:a="http://schemas.openxmlformats.org/drawingml/2006/main">
            <a:off x="942975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85B7B18A-80AD-4CBB-B23B-E5197EB4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11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1611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Sobrecarga</a:t>
            </a:r>
          </a:p>
        </p:txBody>
      </p:sp>
    </p:spTree>
    <p:extLst>
      <p:ext uri="{BB962C8B-B14F-4D97-AF65-F5344CB8AC3E}">
        <p14:creationId xmlns:p14="http://schemas.microsoft.com/office/powerpoint/2010/main" val="14208410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295388e034bf1"/>
          <a:stretch xmlns:a="http://schemas.openxmlformats.org/drawingml/2006/main"/>
        </p:blipFill>
        <p:spPr>
          <a:xfrm xmlns:a="http://schemas.openxmlformats.org/drawingml/2006/main">
            <a:off x="10834" y="809625"/>
            <a:ext cx="9598583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D30932B5-DEA6-4A4F-9BE5-BEEBC742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74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2374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Espalhado</a:t>
            </a:r>
          </a:p>
        </p:txBody>
      </p:sp>
    </p:spTree>
    <p:extLst>
      <p:ext uri="{BB962C8B-B14F-4D97-AF65-F5344CB8AC3E}">
        <p14:creationId xmlns:p14="http://schemas.microsoft.com/office/powerpoint/2010/main" val="8167666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52bb4c8004df6"/>
          <a:stretch xmlns:a="http://schemas.openxmlformats.org/drawingml/2006/main"/>
        </p:blipFill>
        <p:spPr>
          <a:xfrm xmlns:a="http://schemas.openxmlformats.org/drawingml/2006/main">
            <a:off x="942975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FC89A61F-8A5F-437B-8672-C1C62456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Você fala.</a:t>
            </a:r>
          </a:p>
          <a:p xmlns:a="http://schemas.openxmlformats.org/drawingml/2006/main">
            <a:pPr algn="l">
              <a:def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Vira tarefa.</a:t>
            </a:r>
          </a:p>
        </p:txBody>
      </p:sp>
    </p:spTree>
    <p:extLst>
      <p:ext uri="{BB962C8B-B14F-4D97-AF65-F5344CB8AC3E}">
        <p14:creationId xmlns:p14="http://schemas.microsoft.com/office/powerpoint/2010/main" val="1861130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0cd09262c48bf"/>
          <a:stretch xmlns:a="http://schemas.openxmlformats.org/drawingml/2006/main"/>
        </p:blipFill>
        <p:spPr>
          <a:xfrm xmlns:a="http://schemas.openxmlformats.org/drawingml/2006/main">
            <a:off x="10834" y="809625"/>
            <a:ext cx="9598583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C29E18E-5E90-4A3C-8C0D-11492C99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68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4068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Foco</a:t>
            </a:r>
          </a:p>
        </p:txBody>
      </p:sp>
    </p:spTree>
    <p:extLst>
      <p:ext uri="{BB962C8B-B14F-4D97-AF65-F5344CB8AC3E}">
        <p14:creationId xmlns:p14="http://schemas.microsoft.com/office/powerpoint/2010/main" val="19277530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1cbfc232c44ca"/>
          <a:stretch xmlns:a="http://schemas.openxmlformats.org/drawingml/2006/main"/>
        </p:blipFill>
        <p:spPr>
          <a:xfrm xmlns:a="http://schemas.openxmlformats.org/drawingml/2006/main">
            <a:off x="9429750" y="820459"/>
            <a:ext cx="9620250" cy="9598583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C9AA2217-60EF-467B-B38A-0413C506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74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2374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Contexto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842FAA5-C48D-4825-AF1C-E172890C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A IA consulta o projeto.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Você confirma.</a:t>
            </a:r>
          </a:p>
        </p:txBody>
      </p:sp>
    </p:spTree>
    <p:extLst>
      <p:ext uri="{BB962C8B-B14F-4D97-AF65-F5344CB8AC3E}">
        <p14:creationId xmlns:p14="http://schemas.microsoft.com/office/powerpoint/2010/main" val="2123295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133fae7284593"/>
          <a:stretch xmlns:a="http://schemas.openxmlformats.org/drawingml/2006/main"/>
        </p:blipFill>
        <p:spPr>
          <a:xfrm xmlns:a="http://schemas.openxmlformats.org/drawingml/2006/main">
            <a:off x="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C2869934-1E42-4CC2-95E8-83098F54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18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118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Tecnologia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4082BDA7-5151-4599-AFDF-2749CB93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Next.js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PostgreSQL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IA</a:t>
            </a:r>
          </a:p>
        </p:txBody>
      </p:sp>
    </p:spTree>
    <p:extLst>
      <p:ext uri="{BB962C8B-B14F-4D97-AF65-F5344CB8AC3E}">
        <p14:creationId xmlns:p14="http://schemas.microsoft.com/office/powerpoint/2010/main" val="511198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6839119ba4f47"/>
          <a:stretch xmlns:a="http://schemas.openxmlformats.org/drawingml/2006/main"/>
        </p:blipFill>
        <p:spPr>
          <a:xfrm xmlns:a="http://schemas.openxmlformats.org/drawingml/2006/main">
            <a:off x="9429750" y="820459"/>
            <a:ext cx="9620250" cy="9598583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F51CD4E7-C658-426D-BBB8-2F170376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57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457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Beta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E4470FF1-E3EF-459F-A44F-FA7EE0CD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Funções principais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em operação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B54F8B7-9703-4BE7-8A3D-F26C007A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947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8B9A9F"/>
                </a:solidFill>
                <a:latin typeface="DM Sans"/>
                <a:ea typeface="DM Sans"/>
                <a:cs typeface="DM Sans"/>
              </a:defRPr>
            </a:pPr>
            <a:r>
              <a:rPr sz="2025" b="0">
                <a:solidFill>
                  <a:srgbClr val="8B9A9F"/>
                </a:solidFill>
                <a:latin typeface="DM Sans"/>
                <a:ea typeface="DM Sans"/>
                <a:cs typeface="DM Sans"/>
              </a:rPr>
              <a:t>Ilustração</a:t>
            </a:r>
          </a:p>
        </p:txBody>
      </p:sp>
    </p:spTree>
    <p:extLst>
      <p:ext uri="{BB962C8B-B14F-4D97-AF65-F5344CB8AC3E}">
        <p14:creationId xmlns:p14="http://schemas.microsoft.com/office/powerpoint/2010/main" val="1387660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9a4c968cd4fa1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8D5B8B02-22C7-4E39-BC89-F6197C36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5621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217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≈ US$ 2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3A360DFF-951C-4899-9994-FAA6DF6F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43625"/>
            <a:ext cx="1457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0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70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IA por mês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8B9A678-9D5A-4575-A620-52F88EA4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905750"/>
            <a:ext cx="1457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B6C2BE"/>
                </a:solidFill>
                <a:latin typeface="DM Sans"/>
                <a:ea typeface="DM Sans"/>
                <a:cs typeface="DM Sans"/>
              </a:defRPr>
            </a:pPr>
            <a:r>
              <a:rPr sz="4500" b="0">
                <a:solidFill>
                  <a:srgbClr val="B6C2BE"/>
                </a:solidFill>
                <a:latin typeface="DM Sans"/>
                <a:ea typeface="DM Sans"/>
                <a:cs typeface="DM Sans"/>
              </a:rPr>
              <a:t>Hospedagem opcional</a:t>
            </a:r>
          </a:p>
        </p:txBody>
      </p:sp>
    </p:spTree>
    <p:extLst>
      <p:ext uri="{BB962C8B-B14F-4D97-AF65-F5344CB8AC3E}">
        <p14:creationId xmlns:p14="http://schemas.microsoft.com/office/powerpoint/2010/main" val="1101149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1478ceeee4287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070FCBD-CFD8-4EE8-9FDE-C3683DCD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3811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Código</a:t>
            </a:r>
          </a:p>
          <a:p xmlns:a="http://schemas.openxmlformats.org/drawingml/2006/main">
            <a:pPr algn="l">
              <a:def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aberto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006A57E9-CF7B-4B0E-814F-2E1D17A2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15430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54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Proposta sem lucro nesta fase</a:t>
            </a:r>
          </a:p>
        </p:txBody>
      </p:sp>
    </p:spTree>
    <p:extLst>
      <p:ext uri="{BB962C8B-B14F-4D97-AF65-F5344CB8AC3E}">
        <p14:creationId xmlns:p14="http://schemas.microsoft.com/office/powerpoint/2010/main" val="15654214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9f8d3bd304907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A2233F19-084C-4EAD-9971-67ECBC19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9625"/>
            <a:ext cx="152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88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Equipe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34636344e4cd9"/>
          <a:stretch xmlns:a="http://schemas.openxmlformats.org/drawingml/2006/main"/>
        </p:blipFill>
        <p:spPr>
          <a:xfrm xmlns:a="http://schemas.openxmlformats.org/drawingml/2006/main">
            <a:off x="16287750" y="904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024F29C-C2DD-49C4-8776-27F4E5BE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67125"/>
            <a:ext cx="7191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João Victor</a:t>
            </a:r>
          </a:p>
          <a:p xmlns:a="http://schemas.openxmlformats.org/drawingml/2006/main">
            <a:pPr algn="l"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Amora</a:t>
            </a:r>
          </a:p>
        </p:txBody>
      </p:sp>
      <p:sp>
        <p:nvSpPr>
          <p:cNvPr id="5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98426C12-A288-4BC6-9593-C5ADB157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762750"/>
            <a:ext cx="719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0">
                <a:solidFill>
                  <a:srgbClr val="79DFB2"/>
                </a:solidFill>
                <a:latin typeface="DM Sans"/>
                <a:ea typeface="DM Sans"/>
                <a:cs typeface="DM Sans"/>
              </a:defRPr>
            </a:pPr>
            <a:r>
              <a:rPr sz="5025" b="0">
                <a:solidFill>
                  <a:srgbClr val="79DFB2"/>
                </a:solidFill>
                <a:latin typeface="DM Sans"/>
                <a:ea typeface="DM Sans"/>
                <a:cs typeface="DM Sans"/>
              </a:rPr>
              <a:t>Dev</a:t>
            </a:r>
          </a:p>
        </p:txBody>
      </p:sp>
      <p:sp>
        <p:nvSpPr>
          <p:cNvPr id="6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941D9946-7433-4822-9A85-7E19CC8F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67125"/>
            <a:ext cx="7191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Fabrício Lessa</a:t>
            </a:r>
          </a:p>
          <a:p xmlns:a="http://schemas.openxmlformats.org/drawingml/2006/main">
            <a:pPr algn="l"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Braga</a:t>
            </a:r>
          </a:p>
        </p:txBody>
      </p:sp>
      <p:sp>
        <p:nvSpPr>
          <p:cNvPr id="7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FF44C687-6FFF-43CD-A13C-D5831AB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762750"/>
            <a:ext cx="7191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79DFB2"/>
                </a:solidFill>
                <a:latin typeface="DM Sans"/>
                <a:ea typeface="DM Sans"/>
                <a:cs typeface="DM Sans"/>
              </a:defRPr>
            </a:pPr>
            <a:r>
              <a:rPr sz="4350" b="0">
                <a:solidFill>
                  <a:srgbClr val="79DFB2"/>
                </a:solidFill>
                <a:latin typeface="DM Sans"/>
                <a:ea typeface="DM Sans"/>
                <a:cs typeface="DM Sans"/>
              </a:rPr>
              <a:t>Gestão, PO,</a:t>
            </a:r>
          </a:p>
          <a:p xmlns:a="http://schemas.openxmlformats.org/drawingml/2006/main">
            <a:pPr algn="l">
              <a:defRPr sz="4350" b="0">
                <a:solidFill>
                  <a:srgbClr val="79DFB2"/>
                </a:solidFill>
                <a:latin typeface="DM Sans"/>
                <a:ea typeface="DM Sans"/>
                <a:cs typeface="DM Sans"/>
              </a:defRPr>
            </a:pPr>
            <a:r>
              <a:rPr sz="4350" b="0">
                <a:solidFill>
                  <a:srgbClr val="79DFB2"/>
                </a:solidFill>
                <a:latin typeface="DM Sans"/>
                <a:ea typeface="DM Sans"/>
                <a:cs typeface="DM Sans"/>
              </a:rPr>
              <a:t>Scrum Master</a:t>
            </a:r>
          </a:p>
        </p:txBody>
      </p:sp>
    </p:spTree>
    <p:extLst>
      <p:ext uri="{BB962C8B-B14F-4D97-AF65-F5344CB8AC3E}">
        <p14:creationId xmlns:p14="http://schemas.microsoft.com/office/powerpoint/2010/main" val="15549738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f3fd2a8c34c5f"/>
          <a:stretch xmlns:a="http://schemas.openxmlformats.org/drawingml/2006/main"/>
        </p:blipFill>
        <p:spPr>
          <a:xfrm xmlns:a="http://schemas.openxmlformats.org/drawingml/2006/main">
            <a:off x="942975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24889A0A-60D0-4D57-AD0D-D68614CC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96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296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Anota Aí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C052DC1C-63AE-4BCB-97DB-820225CE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O próximo passo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no projeto certo</a:t>
            </a:r>
          </a:p>
        </p:txBody>
      </p:sp>
    </p:spTree>
    <p:extLst>
      <p:ext uri="{BB962C8B-B14F-4D97-AF65-F5344CB8AC3E}">
        <p14:creationId xmlns:p14="http://schemas.microsoft.com/office/powerpoint/2010/main" val="1312559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2026-10-07T15:45:46.8940000Z</dcterms:created>
  <dcterms:modified xsi:type="dcterms:W3CDTF">2026-10-07T15:45:46.8940000Z</dcterms:modified>
</coreProperties>
</file>