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19fcad60e492c" /><Relationship Type="http://schemas.openxmlformats.org/officeDocument/2006/relationships/extended-properties" Target="/docProps/app.xml" Id="R7a085a347b734a5d" /><Relationship Type="http://schemas.openxmlformats.org/officeDocument/2006/relationships/officeDocument" Target="/ppt/presentation.xml" Id="R276149db16ab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953ba983e4a17"/>
  </p:sldMasterIdLst>
  <p:notesMasterIdLst>
    <p:notesMasterId xmlns:r="http://schemas.openxmlformats.org/officeDocument/2006/relationships" r:id="R81e7f42e57ff4860"/>
  </p:notesMasterIdLst>
  <p:sldIdLst>
    <p:sldId xmlns:r="http://schemas.openxmlformats.org/officeDocument/2006/relationships" id="256" r:id="Re95aca4e9ec740d9"/>
    <p:sldId xmlns:r="http://schemas.openxmlformats.org/officeDocument/2006/relationships" id="257" r:id="R63da7884bdf642ee"/>
    <p:sldId xmlns:r="http://schemas.openxmlformats.org/officeDocument/2006/relationships" id="258" r:id="R4298586f60694f59"/>
    <p:sldId xmlns:r="http://schemas.openxmlformats.org/officeDocument/2006/relationships" id="259" r:id="Rd900228c5e7d46e3"/>
    <p:sldId xmlns:r="http://schemas.openxmlformats.org/officeDocument/2006/relationships" id="260" r:id="Rd9fb01c19a914dbf"/>
    <p:sldId xmlns:r="http://schemas.openxmlformats.org/officeDocument/2006/relationships" id="261" r:id="R8e9683b31f864c84"/>
    <p:sldId xmlns:r="http://schemas.openxmlformats.org/officeDocument/2006/relationships" id="262" r:id="R284b5481170b420f"/>
    <p:sldId xmlns:r="http://schemas.openxmlformats.org/officeDocument/2006/relationships" id="263" r:id="Rcec03eaeccf249b6"/>
    <p:sldId xmlns:r="http://schemas.openxmlformats.org/officeDocument/2006/relationships" id="264" r:id="R53a1dc5280024005"/>
    <p:sldId xmlns:r="http://schemas.openxmlformats.org/officeDocument/2006/relationships" id="265" r:id="R5a1625505f274467"/>
    <p:sldId xmlns:r="http://schemas.openxmlformats.org/officeDocument/2006/relationships" id="266" r:id="R272178a50a8149fa"/>
    <p:sldId xmlns:r="http://schemas.openxmlformats.org/officeDocument/2006/relationships" id="267" r:id="Re89894b5193242f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3bd893c6864404" /><Relationship Type="http://schemas.openxmlformats.org/officeDocument/2006/relationships/slideMaster" Target="/ppt/slideMasters/slideMaster1.xml" Id="R491953ba983e4a17" /><Relationship Type="http://schemas.openxmlformats.org/officeDocument/2006/relationships/notesMaster" Target="/ppt/notesMasters/notesMaster1.xml" Id="R81e7f42e57ff4860" /><Relationship Type="http://schemas.openxmlformats.org/officeDocument/2006/relationships/presProps" Target="/ppt/presProps.xml" Id="R7db98eab5ceb4a39" /><Relationship Type="http://schemas.openxmlformats.org/officeDocument/2006/relationships/tableStyles" Target="/ppt/tableStyles.xml" Id="Rf836b4a009f44c77" /><Relationship Type="http://schemas.openxmlformats.org/officeDocument/2006/relationships/slide" Target="/ppt/slides/slide1.xml" Id="Re95aca4e9ec740d9" /><Relationship Type="http://schemas.openxmlformats.org/officeDocument/2006/relationships/slide" Target="/ppt/slides/slide2.xml" Id="R63da7884bdf642ee" /><Relationship Type="http://schemas.openxmlformats.org/officeDocument/2006/relationships/slide" Target="/ppt/slides/slide3.xml" Id="R4298586f60694f59" /><Relationship Type="http://schemas.openxmlformats.org/officeDocument/2006/relationships/slide" Target="/ppt/slides/slide4.xml" Id="Rd900228c5e7d46e3" /><Relationship Type="http://schemas.openxmlformats.org/officeDocument/2006/relationships/slide" Target="/ppt/slides/slide5.xml" Id="Rd9fb01c19a914dbf" /><Relationship Type="http://schemas.openxmlformats.org/officeDocument/2006/relationships/slide" Target="/ppt/slides/slide6.xml" Id="R8e9683b31f864c84" /><Relationship Type="http://schemas.openxmlformats.org/officeDocument/2006/relationships/slide" Target="/ppt/slides/slide7.xml" Id="R284b5481170b420f" /><Relationship Type="http://schemas.openxmlformats.org/officeDocument/2006/relationships/slide" Target="/ppt/slides/slide8.xml" Id="Rcec03eaeccf249b6" /><Relationship Type="http://schemas.openxmlformats.org/officeDocument/2006/relationships/slide" Target="/ppt/slides/slide9.xml" Id="R53a1dc5280024005" /><Relationship Type="http://schemas.openxmlformats.org/officeDocument/2006/relationships/slide" Target="/ppt/slides/slide10.xml" Id="R5a1625505f274467" /><Relationship Type="http://schemas.openxmlformats.org/officeDocument/2006/relationships/slide" Target="/ppt/slides/slide11.xml" Id="R272178a50a8149fa" /><Relationship Type="http://schemas.openxmlformats.org/officeDocument/2006/relationships/slide" Target="/ppt/slides/slide12.xml" Id="Re89894b51932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799e29d0246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bb5689df74158" /><Relationship Type="http://schemas.openxmlformats.org/officeDocument/2006/relationships/notesMaster" Target="/ppt/notesMasters/notesMaster1.xml" Id="R0af317ee503a4a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70967b8664666" /><Relationship Type="http://schemas.openxmlformats.org/officeDocument/2006/relationships/notesMaster" Target="/ppt/notesMasters/notesMaster1.xml" Id="R7592dc5ef6f440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011524fde4588" /><Relationship Type="http://schemas.openxmlformats.org/officeDocument/2006/relationships/notesMaster" Target="/ppt/notesMasters/notesMaster1.xml" Id="R6a27ee0b905c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03f5aa13e4dd1" /><Relationship Type="http://schemas.openxmlformats.org/officeDocument/2006/relationships/notesMaster" Target="/ppt/notesMasters/notesMaster1.xml" Id="R758bf06b66504e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ac9b9dc2a2475e" /><Relationship Type="http://schemas.openxmlformats.org/officeDocument/2006/relationships/notesMaster" Target="/ppt/notesMasters/notesMaster1.xml" Id="Ree5b6920cc5c44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da16f1a414fe6" /><Relationship Type="http://schemas.openxmlformats.org/officeDocument/2006/relationships/notesMaster" Target="/ppt/notesMasters/notesMaster1.xml" Id="R0697a622962048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48b9226c14fc9" /><Relationship Type="http://schemas.openxmlformats.org/officeDocument/2006/relationships/notesMaster" Target="/ppt/notesMasters/notesMaster1.xml" Id="Rd34a0b9225684d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84589d9f4047a8" /><Relationship Type="http://schemas.openxmlformats.org/officeDocument/2006/relationships/notesMaster" Target="/ppt/notesMasters/notesMaster1.xml" Id="Reefec53ae8ac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056698ca7345dd" /><Relationship Type="http://schemas.openxmlformats.org/officeDocument/2006/relationships/notesMaster" Target="/ppt/notesMasters/notesMaster1.xml" Id="Rbbc2315c223d4e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fba5895ad14cf5" /><Relationship Type="http://schemas.openxmlformats.org/officeDocument/2006/relationships/notesMaster" Target="/ppt/notesMasters/notesMaster1.xml" Id="R40b2c6cdafa94f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be613dc10344f0" /><Relationship Type="http://schemas.openxmlformats.org/officeDocument/2006/relationships/notesMaster" Target="/ppt/notesMasters/notesMaster1.xml" Id="Rf7365ab03cde42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78176108cc42cc" /><Relationship Type="http://schemas.openxmlformats.org/officeDocument/2006/relationships/notesMaster" Target="/ppt/notesMasters/notesMaster1.xml" Id="R4b0233d85167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você cuida de vários projetos, uma demanda chega em áudio, outra em mensagem, outra na reunião. O Anota Aí nasce para organizar essas entradas no projeto certo.</a:t>
            </a:r>
          </a:p>
          <a:p xmlns:a="http://schemas.openxmlformats.org/drawingml/2006/main">
            <a:r>
              <a:t>Fonte: PRODUCT.md e prd.md. Logo original: public/icon.svg.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começa quando acompanhar o trabalho depende da nossa memória. Trocar de ferramenta e reorganizar demandas consome a atenção que deveria estar na execução.</a:t>
            </a:r>
          </a:p>
          <a:p xmlns:a="http://schemas.openxmlformats.org/drawingml/2006/main">
            <a:r>
              <a:t>Fonte: prd.md, seção 3.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demandas ficam distribuídas entre mensagens, áudios, anotações e quadros. O desafio é preservar o contexto de cada projeto quando uma informação nova chega.</a:t>
            </a:r>
          </a:p>
          <a:p xmlns:a="http://schemas.openxmlformats.org/drawingml/2006/main">
            <a:r>
              <a:t>Fonte: PRODUCT.md, contexto operacional.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entrada pode ser áudio ou texto. A IA sugere uma tarefa estruturada e identifica o projeto relacionado. O usuário revisa, corrige e confirma antes de gravar.</a:t>
            </a:r>
          </a:p>
          <a:p xmlns:a="http://schemas.openxmlformats.org/drawingml/2006/main">
            <a:r>
              <a:t>Fonte: prd.md 2.2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benefício é reunir as demandas e ter clareza sobre o próximo trabalho. Kanban, roadmap e plano do dia oferecem perspectivas sobre os mesmos dados. Não há promessa de ganho percentual de produtividade.</a:t>
            </a:r>
          </a:p>
          <a:p xmlns:a="http://schemas.openxmlformats.org/drawingml/2006/main">
            <a:r>
              <a:t>Fonte: prd.md, resumo executivo e PRODUCT.md.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é consultar o contexto de cada projeto, incluindo vocabulário, aliases e decisões. A sugestão permanece sob revisão humana antes da gravação.</a:t>
            </a:r>
          </a:p>
          <a:p xmlns:a="http://schemas.openxmlformats.org/drawingml/2006/main">
            <a:r>
              <a:t>Fonte: PRODUCT.md, posicionamento e princípios.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utiliza Next.js e PostgreSQL, com Prisma para acesso aos dados. Transcrição e IA usam uma fila de processamento. Essa separação ajuda a manter a criação manual disponível quando um serviço externo falha.</a:t>
            </a:r>
          </a:p>
          <a:p xmlns:a="http://schemas.openxmlformats.org/drawingml/2006/main">
            <a:r>
              <a:t>Fonte: package.json, PRODUCT.md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produto está em desenvolvimento. Para uma demonstração, apresente uma entrada de áudio ou texto, mostre a proposta da IA, confirme a tarefa e abra o projeto. A imagem é uma ilustração conceitual, não a interface real.</a:t>
            </a:r>
          </a:p>
          <a:p xmlns:a="http://schemas.openxmlformats.org/drawingml/2006/main">
            <a:r>
              <a:t>Fonte: PRODUCT.md e código do projeto.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Segundo os responsáveis, o custo atual do aplicativo é aproximadamente ≈ US$ 2 por mês, referente ao uso de IA. Hospedagem é opcional. O valor descreve o uso atual e não projeta custo em escala.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está sendo pensado para ser open source, sem pretensão de lucro neste primeiro momento. Não há plano comercial, preço de assinatura ou licença definidos nesta apresentação.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Victor Amora atua como desenvolvedor. Fabrício Lessa Braga atua na gestão, como Product Owner e Scrum Master.</a:t>
            </a:r>
          </a:p>
          <a:p xmlns:a="http://schemas.openxmlformats.org/drawingml/2006/main">
            <a:r>
              <a:t>Fonte: nomes e funções fornecidos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Anota Aí quer transformar o que chega no dia a dia em trabalho organizado, com contexto e revisão humana. O próximo passo é apresentar o fluxo do MVP.</a:t>
            </a:r>
          </a:p>
          <a:p xmlns:a="http://schemas.openxmlformats.org/drawingml/2006/main">
            <a:r>
              <a:t>Fonte: PRODUCT.md e prd.md.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aa6a8be044c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d771483624e6b" /><Relationship Type="http://schemas.openxmlformats.org/officeDocument/2006/relationships/slideLayout" Target="/ppt/slideLayouts/slideLayout1.xml" Id="Rcdb27e4014dd45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27e4014dd45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312cabbb34307" /><Relationship Type="http://schemas.openxmlformats.org/officeDocument/2006/relationships/image" Target="/ppt/media/image.png" Id="Rebd4313ab14e4b6d" /><Relationship Type="http://schemas.openxmlformats.org/officeDocument/2006/relationships/notesSlide" Target="/ppt/notesSlides/notesSlide1.xml" Id="Raeeba1b241f141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3fcef125e4255" /><Relationship Type="http://schemas.openxmlformats.org/officeDocument/2006/relationships/image" Target="/ppt/media/image2.png" Id="R43657960480a4a7f" /><Relationship Type="http://schemas.openxmlformats.org/officeDocument/2006/relationships/notesSlide" Target="/ppt/notesSlides/notesSlide2.xml" Id="R00002ab679b241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3136de8547be" /><Relationship Type="http://schemas.openxmlformats.org/officeDocument/2006/relationships/image" Target="/ppt/media/image3.png" Id="R68f5214cf5e34576" /><Relationship Type="http://schemas.openxmlformats.org/officeDocument/2006/relationships/notesSlide" Target="/ppt/notesSlides/notesSlide3.xml" Id="R591cd2981b76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1d48db4384337" /><Relationship Type="http://schemas.openxmlformats.org/officeDocument/2006/relationships/image" Target="/ppt/media/image4.png" Id="R1d5fe352ccd94ae3" /><Relationship Type="http://schemas.openxmlformats.org/officeDocument/2006/relationships/notesSlide" Target="/ppt/notesSlides/notesSlide4.xml" Id="Rce30ce4b66ea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bd595da5e41a1" /><Relationship Type="http://schemas.openxmlformats.org/officeDocument/2006/relationships/image" Target="/ppt/media/image5.png" Id="Rfb27e75a8c5a4e4e" /><Relationship Type="http://schemas.openxmlformats.org/officeDocument/2006/relationships/notesSlide" Target="/ppt/notesSlides/notesSlide5.xml" Id="R574d8fdcf29f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4e7b5582485e" /><Relationship Type="http://schemas.openxmlformats.org/officeDocument/2006/relationships/image" Target="/ppt/media/image6.png" Id="R620bce175a044e2d" /><Relationship Type="http://schemas.openxmlformats.org/officeDocument/2006/relationships/notesSlide" Target="/ppt/notesSlides/notesSlide6.xml" Id="R60a27a9fa168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4f66e93444890" /><Relationship Type="http://schemas.openxmlformats.org/officeDocument/2006/relationships/image" Target="/ppt/media/image7.png" Id="R9505fb56bba94535" /><Relationship Type="http://schemas.openxmlformats.org/officeDocument/2006/relationships/notesSlide" Target="/ppt/notesSlides/notesSlide7.xml" Id="R689c4b5ef258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9c503de74fec" /><Relationship Type="http://schemas.openxmlformats.org/officeDocument/2006/relationships/image" Target="/ppt/media/image8.png" Id="R93391414deda4eb3" /><Relationship Type="http://schemas.openxmlformats.org/officeDocument/2006/relationships/notesSlide" Target="/ppt/notesSlides/notesSlide8.xml" Id="R82d5959a6c29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277f0549244ad" /><Relationship Type="http://schemas.openxmlformats.org/officeDocument/2006/relationships/notesSlide" Target="/ppt/notesSlides/notesSlide9.xml" Id="Rd84c26587f36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20dc7b49f4912" /><Relationship Type="http://schemas.openxmlformats.org/officeDocument/2006/relationships/notesSlide" Target="/ppt/notesSlides/notesSlide10.xml" Id="R7b684a6b0d9d45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b7e471de4424" /><Relationship Type="http://schemas.openxmlformats.org/officeDocument/2006/relationships/notesSlide" Target="/ppt/notesSlides/notesSlide11.xml" Id="R2270db4621eb4e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7e7d3ef604c5f" /><Relationship Type="http://schemas.openxmlformats.org/officeDocument/2006/relationships/image" Target="/ppt/media/image9.png" Id="R31bcc59ba748402f" /><Relationship Type="http://schemas.openxmlformats.org/officeDocument/2006/relationships/notesSlide" Target="/ppt/notesSlides/notesSlide12.xml" Id="Rb0c8dc4120e947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8695FB9B-5941-4F64-986A-A9910A7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0" b="1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12750" b="1">
                <a:solidFill>
                  <a:srgbClr val="151917"/>
                </a:solidFill>
                <a:latin typeface="Arial"/>
                <a:ea typeface="Arial"/>
                <a:cs typeface="Arial"/>
              </a:rPr>
              <a:t>Anota Aí</a:t>
            </a:r>
          </a:p>
        </p:txBody>
      </p:sp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D64B3E4C-C56F-4BFD-90F2-F38490D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0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5775" b="0">
                <a:solidFill>
                  <a:srgbClr val="F77900"/>
                </a:solidFill>
                <a:latin typeface="Arial"/>
                <a:ea typeface="Arial"/>
                <a:cs typeface="Arial"/>
              </a:rPr>
              <a:t>Suas ideias,</a:t>
            </a:r>
          </a:p>
          <a:p xmlns:a="http://schemas.openxmlformats.org/drawingml/2006/main">
            <a:pPr algn="l">
              <a:defRPr sz="5775" b="0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5775" b="0">
                <a:solidFill>
                  <a:srgbClr val="F77900"/>
                </a:solidFill>
                <a:latin typeface="Arial"/>
                <a:ea typeface="Arial"/>
                <a:cs typeface="Arial"/>
              </a:rPr>
              <a:t>no projeto certo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4313ab14e4b6d"/>
          <a:stretch xmlns:a="http://schemas.openxmlformats.org/drawingml/2006/main"/>
        </p:blipFill>
        <p:spPr>
          <a:xfrm xmlns:a="http://schemas.openxmlformats.org/drawingml/2006/main">
            <a:off x="12477750" y="3238500"/>
            <a:ext cx="423862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52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57960480a4a7f"/>
          <a:stretch xmlns:a="http://schemas.openxmlformats.org/drawingml/2006/main"/>
        </p:blipFill>
        <p:spPr>
          <a:xfrm xmlns:a="http://schemas.openxmlformats.org/drawingml/2006/main">
            <a:off x="10096500" y="1714500"/>
            <a:ext cx="752475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17A1037-05D8-4175-83F4-AA3F529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75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0275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Sobrecarga</a:t>
            </a:r>
          </a:p>
        </p:txBody>
      </p:sp>
    </p:spTree>
    <p:extLst>
      <p:ext uri="{BB962C8B-B14F-4D97-AF65-F5344CB8AC3E}">
        <p14:creationId xmlns:p14="http://schemas.microsoft.com/office/powerpoint/2010/main" val="702417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214cf5e34576"/>
          <a:stretch xmlns:a="http://schemas.openxmlformats.org/drawingml/2006/main"/>
        </p:blipFill>
        <p:spPr>
          <a:xfrm xmlns:a="http://schemas.openxmlformats.org/drawingml/2006/main">
            <a:off x="675224" y="1714500"/>
            <a:ext cx="7507802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10B7ABC-D2D1-4DCC-BBEC-A7A94F6A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57625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5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095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Espalhado</a:t>
            </a:r>
          </a:p>
        </p:txBody>
      </p:sp>
    </p:spTree>
    <p:extLst>
      <p:ext uri="{BB962C8B-B14F-4D97-AF65-F5344CB8AC3E}">
        <p14:creationId xmlns:p14="http://schemas.microsoft.com/office/powerpoint/2010/main" val="500367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fe352ccd94ae3"/>
          <a:stretch xmlns:a="http://schemas.openxmlformats.org/drawingml/2006/main"/>
        </p:blipFill>
        <p:spPr>
          <a:xfrm xmlns:a="http://schemas.openxmlformats.org/drawingml/2006/main">
            <a:off x="10096500" y="1714500"/>
            <a:ext cx="752475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08FF221-BE70-4167-A8A4-58DCB26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Você fala.</a:t>
            </a:r>
          </a:p>
          <a:p xmlns:a="http://schemas.openxmlformats.org/drawingml/2006/main">
            <a:pPr algn="l">
              <a:defRPr sz="84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Vira tarefa.</a:t>
            </a:r>
          </a:p>
        </p:txBody>
      </p:sp>
    </p:spTree>
    <p:extLst>
      <p:ext uri="{BB962C8B-B14F-4D97-AF65-F5344CB8AC3E}">
        <p14:creationId xmlns:p14="http://schemas.microsoft.com/office/powerpoint/2010/main" val="1370252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7e75a8c5a4e4e"/>
          <a:stretch xmlns:a="http://schemas.openxmlformats.org/drawingml/2006/main"/>
        </p:blipFill>
        <p:spPr>
          <a:xfrm xmlns:a="http://schemas.openxmlformats.org/drawingml/2006/main">
            <a:off x="675224" y="1714500"/>
            <a:ext cx="7507802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9C4FCCCE-1DE5-4856-880F-842AA22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57625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45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245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778143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bce175a044e2d"/>
          <a:stretch xmlns:a="http://schemas.openxmlformats.org/drawingml/2006/main"/>
        </p:blipFill>
        <p:spPr>
          <a:xfrm xmlns:a="http://schemas.openxmlformats.org/drawingml/2006/main">
            <a:off x="10096500" y="1722974"/>
            <a:ext cx="7524750" cy="7507802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747B7DB-6F7C-4DC1-9130-8FD0BAD9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7381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5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095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F7C08CED-1790-4846-9C53-9405B5F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A IA consulta o projeto.</a:t>
            </a:r>
          </a:p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Você confirma.</a:t>
            </a:r>
          </a:p>
        </p:txBody>
      </p:sp>
    </p:spTree>
    <p:extLst>
      <p:ext uri="{BB962C8B-B14F-4D97-AF65-F5344CB8AC3E}">
        <p14:creationId xmlns:p14="http://schemas.microsoft.com/office/powerpoint/2010/main" val="2128897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5fb56bba94535"/>
          <a:stretch xmlns:a="http://schemas.openxmlformats.org/drawingml/2006/main"/>
        </p:blipFill>
        <p:spPr>
          <a:xfrm xmlns:a="http://schemas.openxmlformats.org/drawingml/2006/main">
            <a:off x="666750" y="1714500"/>
            <a:ext cx="752475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1C5F755-D188-4BC1-9A46-496FABB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7381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99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Tecnologia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FA3719E7-3B77-40B4-904C-4E61777F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Next.js</a:t>
            </a:r>
          </a:p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486854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91414deda4eb3"/>
          <a:stretch xmlns:a="http://schemas.openxmlformats.org/drawingml/2006/main"/>
        </p:blipFill>
        <p:spPr>
          <a:xfrm xmlns:a="http://schemas.openxmlformats.org/drawingml/2006/main">
            <a:off x="10096500" y="1722974"/>
            <a:ext cx="7524750" cy="7507802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CAD07FE-B024-498C-8CEF-19318B9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7381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29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A5BB3052-BA69-46FC-B43A-A58181B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Em desenvolvimento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A59A4BC-4EB1-4A2A-BE36-764963D0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1249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696D6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696D69"/>
                </a:solidFill>
                <a:latin typeface="Arial"/>
                <a:ea typeface="Arial"/>
                <a:cs typeface="Arial"/>
              </a:rPr>
              <a:t>Ilustração</a:t>
            </a:r>
          </a:p>
        </p:txBody>
      </p:sp>
    </p:spTree>
    <p:extLst>
      <p:ext uri="{BB962C8B-B14F-4D97-AF65-F5344CB8AC3E}">
        <p14:creationId xmlns:p14="http://schemas.microsoft.com/office/powerpoint/2010/main" val="919946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673DB65-D092-4027-AB52-B1A8B5E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15525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45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845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≈ US$ 2</a:t>
            </a:r>
          </a:p>
        </p:txBody>
      </p:sp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159F737-D268-48D7-BC2C-3F6E053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1552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0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6750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IA por mês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79DDA9B1-FB7E-4128-8880-775CF827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477125"/>
            <a:ext cx="1552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Hospedagem opcional</a:t>
            </a:r>
          </a:p>
        </p:txBody>
      </p:sp>
    </p:spTree>
    <p:extLst>
      <p:ext uri="{BB962C8B-B14F-4D97-AF65-F5344CB8AC3E}">
        <p14:creationId xmlns:p14="http://schemas.microsoft.com/office/powerpoint/2010/main" val="1798157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B07105F-AF05-4340-A89B-DECFF3A2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15049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14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Proposta de</a:t>
            </a:r>
          </a:p>
          <a:p xmlns:a="http://schemas.openxmlformats.org/drawingml/2006/main">
            <a:pPr algn="ctr">
              <a:defRPr sz="11400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1400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código aberto</a:t>
            </a:r>
          </a:p>
        </p:txBody>
      </p:sp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3E01F08-8065-4FAB-BFA6-4CC99B3F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0"/>
            <a:ext cx="1504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5700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Sem lucro nesta fase</a:t>
            </a:r>
          </a:p>
        </p:txBody>
      </p:sp>
    </p:spTree>
    <p:extLst>
      <p:ext uri="{BB962C8B-B14F-4D97-AF65-F5344CB8AC3E}">
        <p14:creationId xmlns:p14="http://schemas.microsoft.com/office/powerpoint/2010/main" val="4937765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D23E9DD-4EA0-4DA4-905E-4A0C0584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048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75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0875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Equipe</a:t>
            </a:r>
          </a:p>
        </p:txBody>
      </p:sp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4AC1C30-3A49-4B4E-B144-5F51C4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151917"/>
                </a:solidFill>
                <a:latin typeface="Arial"/>
                <a:ea typeface="Arial"/>
                <a:cs typeface="Arial"/>
              </a:rPr>
              <a:t>João Victor</a:t>
            </a:r>
          </a:p>
          <a:p xmlns:a="http://schemas.openxmlformats.org/drawingml/2006/main">
            <a:pPr algn="l">
              <a:defRPr sz="7650" b="1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151917"/>
                </a:solidFill>
                <a:latin typeface="Arial"/>
                <a:ea typeface="Arial"/>
                <a:cs typeface="Arial"/>
              </a:rPr>
              <a:t>Amora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6D4F64D-B3E3-456C-B85B-F520A6D9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719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5025" b="0">
                <a:solidFill>
                  <a:srgbClr val="F77900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78B966B4-EB12-427B-81C3-000AAA5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151917"/>
                </a:solidFill>
                <a:latin typeface="Arial"/>
                <a:ea typeface="Arial"/>
                <a:cs typeface="Arial"/>
              </a:rPr>
              <a:t>Fabrício Lessa</a:t>
            </a:r>
          </a:p>
          <a:p xmlns:a="http://schemas.openxmlformats.org/drawingml/2006/main">
            <a:pPr algn="l">
              <a:defRPr sz="7650" b="1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151917"/>
                </a:solidFill>
                <a:latin typeface="Arial"/>
                <a:ea typeface="Arial"/>
                <a:cs typeface="Arial"/>
              </a:rPr>
              <a:t>Braga</a:t>
            </a:r>
          </a:p>
        </p:txBody>
      </p:sp>
      <p:sp>
        <p:nvSpPr>
          <p:cNvPr id="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34801C2-9809-4A6E-A025-100C62A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719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F77900"/>
                </a:solidFill>
                <a:latin typeface="Arial"/>
                <a:ea typeface="Arial"/>
                <a:cs typeface="Arial"/>
              </a:rPr>
              <a:t>Gestão, PO,</a:t>
            </a:r>
          </a:p>
          <a:p xmlns:a="http://schemas.openxmlformats.org/drawingml/2006/main">
            <a:pPr algn="l">
              <a:defRPr sz="4350" b="0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F77900"/>
                </a:solidFill>
                <a:latin typeface="Arial"/>
                <a:ea typeface="Arial"/>
                <a:cs typeface="Arial"/>
              </a:rPr>
              <a:t>Scrum Master</a:t>
            </a:r>
          </a:p>
        </p:txBody>
      </p:sp>
    </p:spTree>
    <p:extLst>
      <p:ext uri="{BB962C8B-B14F-4D97-AF65-F5344CB8AC3E}">
        <p14:creationId xmlns:p14="http://schemas.microsoft.com/office/powerpoint/2010/main" val="1313938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cc59ba748402f"/>
          <a:stretch xmlns:a="http://schemas.openxmlformats.org/drawingml/2006/main"/>
        </p:blipFill>
        <p:spPr>
          <a:xfrm xmlns:a="http://schemas.openxmlformats.org/drawingml/2006/main">
            <a:off x="10096500" y="1714500"/>
            <a:ext cx="752475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BD5AD24-6617-484C-BDEF-C31A12F8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7381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75" b="1">
                <a:solidFill>
                  <a:srgbClr val="F77900"/>
                </a:solidFill>
                <a:latin typeface="Arial"/>
                <a:ea typeface="Arial"/>
                <a:cs typeface="Arial"/>
              </a:defRPr>
            </a:pPr>
            <a:r>
              <a:rPr sz="11475" b="1">
                <a:solidFill>
                  <a:srgbClr val="F77900"/>
                </a:solidFill>
                <a:latin typeface="Arial"/>
                <a:ea typeface="Arial"/>
                <a:cs typeface="Arial"/>
              </a:rPr>
              <a:t>Anota Aí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8082AB10-1B2C-4D32-A9A2-F5FCF23D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7381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O próximo passo</a:t>
            </a:r>
          </a:p>
          <a:p xmlns:a="http://schemas.openxmlformats.org/drawingml/2006/main">
            <a:pPr algn="l">
              <a:defRPr sz="4575" b="0">
                <a:solidFill>
                  <a:srgbClr val="15191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1917"/>
                </a:solidFill>
                <a:latin typeface="Arial"/>
                <a:ea typeface="Arial"/>
                <a:cs typeface="Arial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297364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2026-10-07T15:30:38.5870000Z</dcterms:created>
  <dcterms:modified xsi:type="dcterms:W3CDTF">2026-10-07T15:30:38.5880000Z</dcterms:modified>
</coreProperties>
</file>