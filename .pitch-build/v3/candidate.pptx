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35f5e5fa543b8" /><Relationship Type="http://schemas.openxmlformats.org/officeDocument/2006/relationships/extended-properties" Target="/docProps/app.xml" Id="Rcca1e49910d3430d" /><Relationship Type="http://schemas.openxmlformats.org/officeDocument/2006/relationships/officeDocument" Target="/ppt/presentation.xml" Id="R6ed2b395838e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7e2224b4f4457"/>
  </p:sldMasterIdLst>
  <p:notesMasterIdLst>
    <p:notesMasterId xmlns:r="http://schemas.openxmlformats.org/officeDocument/2006/relationships" r:id="Rd7149c3a4c1643c5"/>
  </p:notesMasterIdLst>
  <p:sldIdLst>
    <p:sldId xmlns:r="http://schemas.openxmlformats.org/officeDocument/2006/relationships" id="256" r:id="R7391579621724870"/>
    <p:sldId xmlns:r="http://schemas.openxmlformats.org/officeDocument/2006/relationships" id="257" r:id="Rb8be4c3adbdf449e"/>
    <p:sldId xmlns:r="http://schemas.openxmlformats.org/officeDocument/2006/relationships" id="258" r:id="Rc58de936252b438c"/>
    <p:sldId xmlns:r="http://schemas.openxmlformats.org/officeDocument/2006/relationships" id="259" r:id="R1eed79c43a62462c"/>
    <p:sldId xmlns:r="http://schemas.openxmlformats.org/officeDocument/2006/relationships" id="260" r:id="R14923989cd544345"/>
    <p:sldId xmlns:r="http://schemas.openxmlformats.org/officeDocument/2006/relationships" id="261" r:id="R7142c61c57364401"/>
    <p:sldId xmlns:r="http://schemas.openxmlformats.org/officeDocument/2006/relationships" id="262" r:id="Ra7d8bb625a624e3a"/>
    <p:sldId xmlns:r="http://schemas.openxmlformats.org/officeDocument/2006/relationships" id="263" r:id="R3c01a413870f47b9"/>
    <p:sldId xmlns:r="http://schemas.openxmlformats.org/officeDocument/2006/relationships" id="264" r:id="Rb2dafd1e24c44bbd"/>
    <p:sldId xmlns:r="http://schemas.openxmlformats.org/officeDocument/2006/relationships" id="265" r:id="Rbd02319c2c8b464a"/>
    <p:sldId xmlns:r="http://schemas.openxmlformats.org/officeDocument/2006/relationships" id="266" r:id="R8bb18a4861a6428b"/>
    <p:sldId xmlns:r="http://schemas.openxmlformats.org/officeDocument/2006/relationships" id="267" r:id="R895c05f1ab40497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aa835d51145ef" /><Relationship Type="http://schemas.openxmlformats.org/officeDocument/2006/relationships/slideMaster" Target="/ppt/slideMasters/slideMaster1.xml" Id="R86d7e2224b4f4457" /><Relationship Type="http://schemas.openxmlformats.org/officeDocument/2006/relationships/notesMaster" Target="/ppt/notesMasters/notesMaster1.xml" Id="Rd7149c3a4c1643c5" /><Relationship Type="http://schemas.openxmlformats.org/officeDocument/2006/relationships/presProps" Target="/ppt/presProps.xml" Id="Rc2415abb1a8c4e3b" /><Relationship Type="http://schemas.openxmlformats.org/officeDocument/2006/relationships/tableStyles" Target="/ppt/tableStyles.xml" Id="R0f999ecd1f714fea" /><Relationship Type="http://schemas.openxmlformats.org/officeDocument/2006/relationships/slide" Target="/ppt/slides/slide1.xml" Id="R7391579621724870" /><Relationship Type="http://schemas.openxmlformats.org/officeDocument/2006/relationships/slide" Target="/ppt/slides/slide2.xml" Id="Rb8be4c3adbdf449e" /><Relationship Type="http://schemas.openxmlformats.org/officeDocument/2006/relationships/slide" Target="/ppt/slides/slide3.xml" Id="Rc58de936252b438c" /><Relationship Type="http://schemas.openxmlformats.org/officeDocument/2006/relationships/slide" Target="/ppt/slides/slide4.xml" Id="R1eed79c43a62462c" /><Relationship Type="http://schemas.openxmlformats.org/officeDocument/2006/relationships/slide" Target="/ppt/slides/slide5.xml" Id="R14923989cd544345" /><Relationship Type="http://schemas.openxmlformats.org/officeDocument/2006/relationships/slide" Target="/ppt/slides/slide6.xml" Id="R7142c61c57364401" /><Relationship Type="http://schemas.openxmlformats.org/officeDocument/2006/relationships/slide" Target="/ppt/slides/slide7.xml" Id="Ra7d8bb625a624e3a" /><Relationship Type="http://schemas.openxmlformats.org/officeDocument/2006/relationships/slide" Target="/ppt/slides/slide8.xml" Id="R3c01a413870f47b9" /><Relationship Type="http://schemas.openxmlformats.org/officeDocument/2006/relationships/slide" Target="/ppt/slides/slide9.xml" Id="Rb2dafd1e24c44bbd" /><Relationship Type="http://schemas.openxmlformats.org/officeDocument/2006/relationships/slide" Target="/ppt/slides/slide10.xml" Id="Rbd02319c2c8b464a" /><Relationship Type="http://schemas.openxmlformats.org/officeDocument/2006/relationships/slide" Target="/ppt/slides/slide11.xml" Id="R8bb18a4861a6428b" /><Relationship Type="http://schemas.openxmlformats.org/officeDocument/2006/relationships/slide" Target="/ppt/slides/slide12.xml" Id="R895c05f1ab40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0aebe7d1c4b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6459504e34d40" /><Relationship Type="http://schemas.openxmlformats.org/officeDocument/2006/relationships/notesMaster" Target="/ppt/notesMasters/notesMaster1.xml" Id="R7b88b729fcc1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8326a4679c4975" /><Relationship Type="http://schemas.openxmlformats.org/officeDocument/2006/relationships/notesMaster" Target="/ppt/notesMasters/notesMaster1.xml" Id="Rc37e52e55681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b3435922994a6c" /><Relationship Type="http://schemas.openxmlformats.org/officeDocument/2006/relationships/notesMaster" Target="/ppt/notesMasters/notesMaster1.xml" Id="Rad02710dc475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415d47e0f4080" /><Relationship Type="http://schemas.openxmlformats.org/officeDocument/2006/relationships/notesMaster" Target="/ppt/notesMasters/notesMaster1.xml" Id="Ra7636c0fce62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20597d5f74e83" /><Relationship Type="http://schemas.openxmlformats.org/officeDocument/2006/relationships/notesMaster" Target="/ppt/notesMasters/notesMaster1.xml" Id="R141b0bbb026b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2cd75c9a24cb6" /><Relationship Type="http://schemas.openxmlformats.org/officeDocument/2006/relationships/notesMaster" Target="/ppt/notesMasters/notesMaster1.xml" Id="Rcc4d026ada174c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5594511f494ad5" /><Relationship Type="http://schemas.openxmlformats.org/officeDocument/2006/relationships/notesMaster" Target="/ppt/notesMasters/notesMaster1.xml" Id="Rae12ae86f521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e37e981d194668" /><Relationship Type="http://schemas.openxmlformats.org/officeDocument/2006/relationships/notesMaster" Target="/ppt/notesMasters/notesMaster1.xml" Id="Rc52af45eabf149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d7e3010fda4de3" /><Relationship Type="http://schemas.openxmlformats.org/officeDocument/2006/relationships/notesMaster" Target="/ppt/notesMasters/notesMaster1.xml" Id="Raecd791b614c4b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0ddd57ef834966" /><Relationship Type="http://schemas.openxmlformats.org/officeDocument/2006/relationships/notesMaster" Target="/ppt/notesMasters/notesMaster1.xml" Id="R0a23ab2c4bee4e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668852a0e54206" /><Relationship Type="http://schemas.openxmlformats.org/officeDocument/2006/relationships/notesMaster" Target="/ppt/notesMasters/notesMaster1.xml" Id="Rc970facb057e4e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a845781ebd4dee" /><Relationship Type="http://schemas.openxmlformats.org/officeDocument/2006/relationships/notesMaster" Target="/ppt/notesMasters/notesMaster1.xml" Id="R69896fcd8ade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você cuida de vários projetos, uma demanda chega em áudio, outra em mensagem, outra na reunião. O Anota Aí nasce para organizar essas entradas no projeto certo.</a:t>
            </a:r>
          </a:p>
          <a:p xmlns:a="http://schemas.openxmlformats.org/drawingml/2006/main">
            <a:r>
              <a:t>Fonte: PRODUCT.md e prd.md. Logo original: public/icon.svg.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começa quando acompanhar o trabalho depende da nossa memória. Trocar de ferramenta e reorganizar demandas consome a atenção que deveria estar na execução.</a:t>
            </a:r>
          </a:p>
          <a:p xmlns:a="http://schemas.openxmlformats.org/drawingml/2006/main">
            <a:r>
              <a:t>Fonte: prd.md, seção 3.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demandas ficam distribuídas entre mensagens, áudios, anotações e quadros. O desafio é preservar o contexto de cada projeto quando uma informação nova chega.</a:t>
            </a:r>
          </a:p>
          <a:p xmlns:a="http://schemas.openxmlformats.org/drawingml/2006/main">
            <a:r>
              <a:t>Fonte: PRODUCT.md, contexto operacional.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entrada pode ser áudio ou texto. A IA sugere uma tarefa estruturada e identifica o projeto relacionado. O usuário revisa, corrige e confirma antes de gravar.</a:t>
            </a:r>
          </a:p>
          <a:p xmlns:a="http://schemas.openxmlformats.org/drawingml/2006/main">
            <a:r>
              <a:t>Fonte: prd.md 2.2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benefício é reunir as demandas e ter clareza sobre o próximo trabalho. Kanban, roadmap e plano do dia oferecem perspectivas sobre os mesmos dados. Não há promessa de ganho percentual de produtividade.</a:t>
            </a:r>
          </a:p>
          <a:p xmlns:a="http://schemas.openxmlformats.org/drawingml/2006/main">
            <a:r>
              <a:t>Fonte: prd.md, resumo executivo e PRODUCT.md.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é consultar o contexto de cada projeto, incluindo vocabulário, aliases e decisões. A sugestão permanece sob revisão humana antes da gravação.</a:t>
            </a:r>
          </a:p>
          <a:p xmlns:a="http://schemas.openxmlformats.org/drawingml/2006/main">
            <a:r>
              <a:t>Fonte: PRODUCT.md, posicionamento e princípios.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utiliza Next.js e PostgreSQL, com Prisma para acesso aos dados. Transcrição e IA usam uma fila de processamento. Essa separação ajuda a manter a criação manual disponível quando um serviço externo falha.</a:t>
            </a:r>
          </a:p>
          <a:p xmlns:a="http://schemas.openxmlformats.org/drawingml/2006/main">
            <a:r>
              <a:t>Fonte: package.json, PRODUCT.md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entrou em beta. Todas as funções principais estão rodando, conforme informação atual dos responsáveis. A imagem é uma ilustração conceitual, não a interface real.</a:t>
            </a:r>
          </a:p>
          <a:p xmlns:a="http://schemas.openxmlformats.org/drawingml/2006/main">
            <a:r>
              <a:t>Fonte: atualização fornecida pelo usuário nesta conversa.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Segundo os responsáveis, o custo atual do aplicativo é aproximadamente ≈ US$ 2 por mês, referente ao uso de IA. Hospedagem é opcional. O valor descreve o uso atual e não projeta custo em escala.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está sendo pensado para ser open source, sem pretensão de lucro neste primeiro momento. Não há plano comercial, preço de assinatura ou licença definidos nesta apresentação.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Victor Amora atua como desenvolvedor. Fabrício Lessa Braga atua na gestão, como Product Owner e Scrum Master.</a:t>
            </a:r>
          </a:p>
          <a:p xmlns:a="http://schemas.openxmlformats.org/drawingml/2006/main">
            <a:r>
              <a:t>Fonte: nomes e funções fornecidos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Anota Aí quer transformar o que chega no dia a dia em trabalho organizado, com contexto e revisão humana. O próximo passo é apresentar o fluxo do beta.</a:t>
            </a:r>
          </a:p>
          <a:p xmlns:a="http://schemas.openxmlformats.org/drawingml/2006/main">
            <a:r>
              <a:t>Fonte: PRODUCT.md e prd.md.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c7f54c6ff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6e4b582ac427a" /><Relationship Type="http://schemas.openxmlformats.org/officeDocument/2006/relationships/slideLayout" Target="/ppt/slideLayouts/slideLayout1.xml" Id="R94fe5bd3c864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fe5bd3c864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3754969ad4d59" /><Relationship Type="http://schemas.openxmlformats.org/officeDocument/2006/relationships/image" Target="/ppt/media/image.png" Id="Rd824b99dded44cf4" /><Relationship Type="http://schemas.openxmlformats.org/officeDocument/2006/relationships/image" Target="/ppt/media/image2.png" Id="R94a4d5c3899d4637" /><Relationship Type="http://schemas.openxmlformats.org/officeDocument/2006/relationships/notesSlide" Target="/ppt/notesSlides/notesSlide1.xml" Id="Rd1c5762784c448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b1059a4f647e5" /><Relationship Type="http://schemas.openxmlformats.org/officeDocument/2006/relationships/image" Target="/ppt/media/image3.png" Id="R1f1d92b0d5a1435a" /><Relationship Type="http://schemas.openxmlformats.org/officeDocument/2006/relationships/notesSlide" Target="/ppt/notesSlides/notesSlide2.xml" Id="Rc9caebe7c3a7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7c96312ad4d70" /><Relationship Type="http://schemas.openxmlformats.org/officeDocument/2006/relationships/image" Target="/ppt/media/image4.png" Id="Red8b962101df477a" /><Relationship Type="http://schemas.openxmlformats.org/officeDocument/2006/relationships/notesSlide" Target="/ppt/notesSlides/notesSlide3.xml" Id="Rd01964e2456847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16202deb247fb" /><Relationship Type="http://schemas.openxmlformats.org/officeDocument/2006/relationships/image" Target="/ppt/media/image5.png" Id="R7753ed21af0a4e5d" /><Relationship Type="http://schemas.openxmlformats.org/officeDocument/2006/relationships/notesSlide" Target="/ppt/notesSlides/notesSlide4.xml" Id="R2489a5bf7dd3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83f9b8ac74843" /><Relationship Type="http://schemas.openxmlformats.org/officeDocument/2006/relationships/image" Target="/ppt/media/image6.png" Id="R1ecbf20a24de4ca3" /><Relationship Type="http://schemas.openxmlformats.org/officeDocument/2006/relationships/notesSlide" Target="/ppt/notesSlides/notesSlide5.xml" Id="Rf04617a120de4d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72520932a449f" /><Relationship Type="http://schemas.openxmlformats.org/officeDocument/2006/relationships/image" Target="/ppt/media/image7.png" Id="Rc7c766c060a241ee" /><Relationship Type="http://schemas.openxmlformats.org/officeDocument/2006/relationships/notesSlide" Target="/ppt/notesSlides/notesSlide6.xml" Id="Rb34c4f9c9f96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d5d4153f4ace" /><Relationship Type="http://schemas.openxmlformats.org/officeDocument/2006/relationships/image" Target="/ppt/media/image8.png" Id="Rbd2fe2472f6345da" /><Relationship Type="http://schemas.openxmlformats.org/officeDocument/2006/relationships/notesSlide" Target="/ppt/notesSlides/notesSlide7.xml" Id="R55f865b27e7543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8930304cc4821" /><Relationship Type="http://schemas.openxmlformats.org/officeDocument/2006/relationships/image" Target="/ppt/media/image9.png" Id="R87ff4ce2d47840c9" /><Relationship Type="http://schemas.openxmlformats.org/officeDocument/2006/relationships/notesSlide" Target="/ppt/notesSlides/notesSlide8.xml" Id="R94b3906412804a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f15f9fbd24ab1" /><Relationship Type="http://schemas.openxmlformats.org/officeDocument/2006/relationships/image" Target="/ppt/media/image10.png" Id="R6264e4d3721248ab" /><Relationship Type="http://schemas.openxmlformats.org/officeDocument/2006/relationships/notesSlide" Target="/ppt/notesSlides/notesSlide9.xml" Id="R29535697d56b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9971799754903" /><Relationship Type="http://schemas.openxmlformats.org/officeDocument/2006/relationships/image" Target="/ppt/media/image11.png" Id="Rafa48294fe424195" /><Relationship Type="http://schemas.openxmlformats.org/officeDocument/2006/relationships/notesSlide" Target="/ppt/notesSlides/notesSlide10.xml" Id="Rd3623d9bc51d4d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921cd3a4a4280" /><Relationship Type="http://schemas.openxmlformats.org/officeDocument/2006/relationships/image" Target="/ppt/media/image12.png" Id="R8de04bf3597841db" /><Relationship Type="http://schemas.openxmlformats.org/officeDocument/2006/relationships/image" Target="/ppt/media/image13.png" Id="R6baa5d22b41e4e4b" /><Relationship Type="http://schemas.openxmlformats.org/officeDocument/2006/relationships/notesSlide" Target="/ppt/notesSlides/notesSlide11.xml" Id="R26e5a286697943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5e1c9506c4a7f" /><Relationship Type="http://schemas.openxmlformats.org/officeDocument/2006/relationships/image" Target="/ppt/media/image14.png" Id="Rc8e3eda67f6746dc" /><Relationship Type="http://schemas.openxmlformats.org/officeDocument/2006/relationships/notesSlide" Target="/ppt/notesSlides/notesSlide12.xml" Id="Rf67c3613978f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4b99dded44cf4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4d5c3899d4637"/>
          <a:stretch xmlns:a="http://schemas.openxmlformats.org/drawingml/2006/main"/>
        </p:blipFill>
        <p:spPr>
          <a:xfrm xmlns:a="http://schemas.openxmlformats.org/drawingml/2006/main">
            <a:off x="1190625" y="952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D84F7A0F-18D1-4084-87AE-BC793492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381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1810935-04E7-4BAB-9E3C-042BBDD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62750"/>
            <a:ext cx="1238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Suas ideias,</a:t>
            </a:r>
          </a:p>
          <a:p xmlns:a="http://schemas.openxmlformats.org/drawingml/2006/main">
            <a:pPr algn="l">
              <a:buNone/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986171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d92b0d5a143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8AF1857-AE59-4EE5-9890-2AFF75D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rPr>
              <a:t>Sobrecarga</a:t>
            </a:r>
          </a:p>
        </p:txBody>
      </p:sp>
    </p:spTree>
    <p:extLst>
      <p:ext uri="{BB962C8B-B14F-4D97-AF65-F5344CB8AC3E}">
        <p14:creationId xmlns:p14="http://schemas.microsoft.com/office/powerpoint/2010/main" val="1922839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b962101df477a"/>
          <a:srcRect xmlns:a="http://schemas.openxmlformats.org/drawingml/2006/main" l="113" t="0" r="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82004D-1B4B-46FD-8BFC-BA90C6D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rPr>
              <a:t>Espalhado</a:t>
            </a:r>
          </a:p>
        </p:txBody>
      </p:sp>
    </p:spTree>
    <p:extLst>
      <p:ext uri="{BB962C8B-B14F-4D97-AF65-F5344CB8AC3E}">
        <p14:creationId xmlns:p14="http://schemas.microsoft.com/office/powerpoint/2010/main" val="1130607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3ed21af0a4e5d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05029D95-BD54-418F-987E-AF21512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Você fala.</a:t>
            </a:r>
          </a:p>
          <a:p xmlns:a="http://schemas.openxmlformats.org/drawingml/2006/main">
            <a:pPr algn="l">
              <a:buNone/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Vira tarefa.</a:t>
            </a:r>
          </a:p>
        </p:txBody>
      </p:sp>
    </p:spTree>
    <p:extLst>
      <p:ext uri="{BB962C8B-B14F-4D97-AF65-F5344CB8AC3E}">
        <p14:creationId xmlns:p14="http://schemas.microsoft.com/office/powerpoint/2010/main" val="309367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bf20a24de4ca3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6DF9BED-5536-4DC5-9A5D-2275966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522939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766c060a241ee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A91C8AC0-0CBF-45BB-AC47-8568C61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Contexto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332558-A27A-4698-B60B-7AB830A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A IA consulta o projeto.</a:t>
            </a:r>
          </a:p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Você confirma.</a:t>
            </a:r>
          </a:p>
        </p:txBody>
      </p:sp>
    </p:spTree>
    <p:extLst>
      <p:ext uri="{BB962C8B-B14F-4D97-AF65-F5344CB8AC3E}">
        <p14:creationId xmlns:p14="http://schemas.microsoft.com/office/powerpoint/2010/main" val="37331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fe2472f6345da"/>
          <a:stretch xmlns:a="http://schemas.openxmlformats.org/drawingml/2006/main"/>
        </p:blipFill>
        <p:spPr>
          <a:xfrm xmlns:a="http://schemas.openxmlformats.org/drawingml/2006/main">
            <a:off x="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5FFA8CD-1827-4CB8-892E-022124A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Tecnologia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6D3DA62-B61A-4605-A38A-8B23F11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Next.js</a:t>
            </a:r>
          </a:p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PostgreSQL</a:t>
            </a:r>
          </a:p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1593350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f4ce2d47840c9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35FFE1A-421A-40F8-A6C9-A2AFFE9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Beta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4ABABD1-8611-42AC-B3AB-DD71931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Funções principais</a:t>
            </a:r>
          </a:p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em operação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518184EA-4212-48C7-90A6-A6AF262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47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8B9A9F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8B9A9F"/>
                </a:solidFill>
                <a:latin typeface="DM Sans"/>
                <a:ea typeface="DM Sans"/>
                <a:cs typeface="DM Sans"/>
              </a:rPr>
              <a:t>Ilustração</a:t>
            </a:r>
          </a:p>
        </p:txBody>
      </p:sp>
    </p:spTree>
    <p:extLst>
      <p:ext uri="{BB962C8B-B14F-4D97-AF65-F5344CB8AC3E}">
        <p14:creationId xmlns:p14="http://schemas.microsoft.com/office/powerpoint/2010/main" val="439137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4e4d3721248ab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D5B3186-3F82-4F9F-BBD7-4992444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5621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≈ US$ 2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94524E-7B1E-47E1-843E-26423BC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1457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70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 por mês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DB9205-5E77-4B55-8780-9133EFD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905750"/>
            <a:ext cx="1457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0">
                <a:solidFill>
                  <a:srgbClr val="B6C2BE"/>
                </a:solidFill>
                <a:latin typeface="DM Sans"/>
                <a:ea typeface="DM Sans"/>
                <a:cs typeface="DM Sans"/>
              </a:defRPr>
            </a:pPr>
            <a:r>
              <a:rPr sz="4500" b="0">
                <a:solidFill>
                  <a:srgbClr val="B6C2BE"/>
                </a:solidFill>
                <a:latin typeface="DM Sans"/>
                <a:ea typeface="DM Sans"/>
                <a:cs typeface="DM Sans"/>
              </a:rPr>
              <a:t>Hospedagem opcional</a:t>
            </a:r>
          </a:p>
        </p:txBody>
      </p:sp>
    </p:spTree>
    <p:extLst>
      <p:ext uri="{BB962C8B-B14F-4D97-AF65-F5344CB8AC3E}">
        <p14:creationId xmlns:p14="http://schemas.microsoft.com/office/powerpoint/2010/main" val="216316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48294fe424195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4027255-69B2-4A42-B8C7-B1775D1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3811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Código</a:t>
            </a:r>
          </a:p>
          <a:p xmlns:a="http://schemas.openxmlformats.org/drawingml/2006/main">
            <a:pPr algn="l">
              <a:buNone/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aberto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CD305A-40EA-4A76-8DC8-8E97C96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1543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54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Proposta sem lucro nesta fase</a:t>
            </a:r>
          </a:p>
        </p:txBody>
      </p:sp>
    </p:spTree>
    <p:extLst>
      <p:ext uri="{BB962C8B-B14F-4D97-AF65-F5344CB8AC3E}">
        <p14:creationId xmlns:p14="http://schemas.microsoft.com/office/powerpoint/2010/main" val="940956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04bf3597841db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58F43D4-ED8D-48A8-A332-9780C2E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Equipe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a5d22b41e4e4b"/>
          <a:stretch xmlns:a="http://schemas.openxmlformats.org/drawingml/2006/main"/>
        </p:blipFill>
        <p:spPr>
          <a:xfrm xmlns:a="http://schemas.openxmlformats.org/drawingml/2006/main">
            <a:off x="16287750" y="904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AD0AFF-901E-4F39-B2C0-43AA855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João Victor</a:t>
            </a:r>
          </a:p>
          <a:p xmlns:a="http://schemas.openxmlformats.org/drawingml/2006/main">
            <a:pPr algn="l">
              <a:buNone/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Amora</a:t>
            </a:r>
          </a:p>
        </p:txBody>
      </p:sp>
      <p:sp>
        <p:nvSpPr>
          <p:cNvPr id="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7366E738-9B71-4257-878B-8E9DBB8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719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025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5025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Dev</a:t>
            </a:r>
          </a:p>
        </p:txBody>
      </p:sp>
      <p:sp>
        <p:nvSpPr>
          <p:cNvPr id="6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1B12890-7DB6-4D6D-8B5D-335D6DF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Fabrício Lessa</a:t>
            </a:r>
          </a:p>
          <a:p xmlns:a="http://schemas.openxmlformats.org/drawingml/2006/main">
            <a:pPr algn="l">
              <a:buNone/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Braga</a:t>
            </a:r>
          </a:p>
        </p:txBody>
      </p:sp>
      <p:sp>
        <p:nvSpPr>
          <p:cNvPr id="7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8C18E3E-C2B8-478E-9997-3B808F2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719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Gestão, PO,</a:t>
            </a:r>
          </a:p>
          <a:p xmlns:a="http://schemas.openxmlformats.org/drawingml/2006/main">
            <a:pPr algn="l">
              <a:buNone/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Scrum Master</a:t>
            </a:r>
          </a:p>
        </p:txBody>
      </p:sp>
    </p:spTree>
    <p:extLst>
      <p:ext uri="{BB962C8B-B14F-4D97-AF65-F5344CB8AC3E}">
        <p14:creationId xmlns:p14="http://schemas.microsoft.com/office/powerpoint/2010/main" val="1281468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3eda67f6746dc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B2B47F9-4B79-48E2-8FDB-4206BA2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EF513B9-9E15-416F-BD44-C0F5169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O próximo passo</a:t>
            </a:r>
          </a:p>
          <a:p xmlns:a="http://schemas.openxmlformats.org/drawingml/2006/main">
            <a:pPr algn="l">
              <a:buNone/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1599476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2026-10-07T16:02:52.9600000Z</dcterms:created>
  <dcterms:modified xsi:type="dcterms:W3CDTF">2026-10-07T16:02:52.9600000Z</dcterms:modified>
</coreProperties>
</file>